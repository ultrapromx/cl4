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y="6858000" cx="12192000"/>
  <p:notesSz cx="6858000" cy="9144000"/>
  <p:embeddedFontLst>
    <p:embeddedFont>
      <p:font typeface="Roboto"/>
      <p:regular r:id="rId30"/>
      <p:bold r:id="rId31"/>
      <p:italic r:id="rId32"/>
      <p:boldItalic r:id="rId33"/>
    </p:embeddedFont>
    <p:embeddedFont>
      <p:font typeface="Average"/>
      <p:regular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Roboto-bold.fntdata"/><Relationship Id="rId30" Type="http://schemas.openxmlformats.org/officeDocument/2006/relationships/font" Target="fonts/Roboto-regular.fntdata"/><Relationship Id="rId11" Type="http://schemas.openxmlformats.org/officeDocument/2006/relationships/slide" Target="slides/slide7.xml"/><Relationship Id="rId33" Type="http://schemas.openxmlformats.org/officeDocument/2006/relationships/font" Target="fonts/Roboto-boldItalic.fntdata"/><Relationship Id="rId10" Type="http://schemas.openxmlformats.org/officeDocument/2006/relationships/slide" Target="slides/slide6.xml"/><Relationship Id="rId32" Type="http://schemas.openxmlformats.org/officeDocument/2006/relationships/font" Target="fonts/Roboto-italic.fntdata"/><Relationship Id="rId13" Type="http://schemas.openxmlformats.org/officeDocument/2006/relationships/slide" Target="slides/slide9.xml"/><Relationship Id="rId12" Type="http://schemas.openxmlformats.org/officeDocument/2006/relationships/slide" Target="slides/slide8.xml"/><Relationship Id="rId34" Type="http://schemas.openxmlformats.org/officeDocument/2006/relationships/font" Target="fonts/Average-regular.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26aa8cd6e8a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26aa8cd6e8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2e1895df975_0_13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2e1895df975_0_13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e1895df975_0_13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2e1895df975_0_13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2e193c1eae5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2e193c1eae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e193c1eae5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e193c1eae5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e193c1eae5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2e193c1eae5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e1895df975_0_14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2e1895df975_0_1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6aa8cd6e8a_0_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6aa8cd6e8a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e1895df975_0_139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e1895df975_0_1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e1895df975_0_13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e1895df975_0_1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e1895df975_0_13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2e1895df975_0_1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6aa8cd6e8a_0_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6aa8cd6e8a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e1895df975_0_13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2e1895df975_0_1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e1895df975_0_13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e1895df975_0_1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e1895df975_0_13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2e1895df975_0_1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6f5da11f4d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26f5da11f4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6f5da11f4d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26f5da11f4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c5c86d244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2c5c86d244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bf249825ca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2bf249825c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bf249825ca_1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bf249825ca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2e1895df975_0_14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2e1895df975_0_1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e1895df975_0_13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2e1895df975_0_1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e1895df975_0_13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2e1895df975_0_1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e1895df975_0_13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2e1895df975_0_1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415611" y="992767"/>
            <a:ext cx="11360700" cy="27369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p:txBody>
      </p:sp>
      <p:sp>
        <p:nvSpPr>
          <p:cNvPr id="11" name="Google Shape;11;p2"/>
          <p:cNvSpPr txBox="1"/>
          <p:nvPr>
            <p:ph idx="1" type="subTitle"/>
          </p:nvPr>
        </p:nvSpPr>
        <p:spPr>
          <a:xfrm>
            <a:off x="415600" y="3778833"/>
            <a:ext cx="11360700" cy="10569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2" name="Google Shape;12;p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415600" y="2867800"/>
            <a:ext cx="11360700" cy="1122300"/>
          </a:xfrm>
          <a:prstGeom prst="rect">
            <a:avLst/>
          </a:prstGeom>
        </p:spPr>
        <p:txBody>
          <a:bodyPr anchorCtr="0" anchor="ctr" bIns="121900" lIns="121900" spcFirstLastPara="1" rIns="121900" wrap="square" tIns="12190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3"/>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18" name="Google Shape;18;p4"/>
          <p:cNvSpPr txBox="1"/>
          <p:nvPr>
            <p:ph idx="1" type="body"/>
          </p:nvPr>
        </p:nvSpPr>
        <p:spPr>
          <a:xfrm>
            <a:off x="415600" y="1536633"/>
            <a:ext cx="11360700" cy="4555200"/>
          </a:xfrm>
          <a:prstGeom prst="rect">
            <a:avLst/>
          </a:prstGeom>
        </p:spPr>
        <p:txBody>
          <a:bodyPr anchorCtr="0" anchor="t"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19" name="Google Shape;19;p4"/>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2" name="Google Shape;22;p5"/>
          <p:cNvSpPr txBox="1"/>
          <p:nvPr>
            <p:ph idx="1" type="body"/>
          </p:nvPr>
        </p:nvSpPr>
        <p:spPr>
          <a:xfrm>
            <a:off x="415600"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3" name="Google Shape;23;p5"/>
          <p:cNvSpPr txBox="1"/>
          <p:nvPr>
            <p:ph idx="2" type="body"/>
          </p:nvPr>
        </p:nvSpPr>
        <p:spPr>
          <a:xfrm>
            <a:off x="6443200"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4" name="Google Shape;24;p5"/>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7" name="Google Shape;27;p6"/>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415600" y="740800"/>
            <a:ext cx="3744000" cy="1007700"/>
          </a:xfrm>
          <a:prstGeom prst="rect">
            <a:avLst/>
          </a:prstGeom>
        </p:spPr>
        <p:txBody>
          <a:bodyPr anchorCtr="0" anchor="b"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30" name="Google Shape;30;p7"/>
          <p:cNvSpPr txBox="1"/>
          <p:nvPr>
            <p:ph idx="1" type="body"/>
          </p:nvPr>
        </p:nvSpPr>
        <p:spPr>
          <a:xfrm>
            <a:off x="415600" y="1852800"/>
            <a:ext cx="3744000" cy="4239300"/>
          </a:xfrm>
          <a:prstGeom prst="rect">
            <a:avLst/>
          </a:prstGeom>
        </p:spPr>
        <p:txBody>
          <a:bodyPr anchorCtr="0" anchor="t" bIns="121900" lIns="121900" spcFirstLastPara="1" rIns="121900" wrap="square" tIns="121900">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31" name="Google Shape;31;p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653667" y="600200"/>
            <a:ext cx="8490300" cy="5454300"/>
          </a:xfrm>
          <a:prstGeom prst="rect">
            <a:avLst/>
          </a:prstGeom>
        </p:spPr>
        <p:txBody>
          <a:bodyPr anchorCtr="0" anchor="ctr" bIns="121900" lIns="121900" spcFirstLastPara="1" rIns="121900" wrap="square" tIns="121900">
            <a:norm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p:txBody>
      </p:sp>
      <p:sp>
        <p:nvSpPr>
          <p:cNvPr id="34" name="Google Shape;34;p8"/>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6096000" y="33"/>
            <a:ext cx="6096000" cy="6858000"/>
          </a:xfrm>
          <a:prstGeom prst="rect">
            <a:avLst/>
          </a:pr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354000" y="1644233"/>
            <a:ext cx="5393700" cy="19764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p:txBody>
      </p:sp>
      <p:sp>
        <p:nvSpPr>
          <p:cNvPr id="38" name="Google Shape;38;p9"/>
          <p:cNvSpPr txBox="1"/>
          <p:nvPr>
            <p:ph idx="1" type="subTitle"/>
          </p:nvPr>
        </p:nvSpPr>
        <p:spPr>
          <a:xfrm>
            <a:off x="354000" y="3737433"/>
            <a:ext cx="5393700" cy="16467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9" name="Google Shape;39;p9"/>
          <p:cNvSpPr txBox="1"/>
          <p:nvPr>
            <p:ph idx="2" type="body"/>
          </p:nvPr>
        </p:nvSpPr>
        <p:spPr>
          <a:xfrm>
            <a:off x="6586000" y="965600"/>
            <a:ext cx="5115900" cy="4926900"/>
          </a:xfrm>
          <a:prstGeom prst="rect">
            <a:avLst/>
          </a:prstGeom>
        </p:spPr>
        <p:txBody>
          <a:bodyPr anchorCtr="0" anchor="ctr" bIns="121900" lIns="121900" spcFirstLastPara="1" rIns="121900" wrap="square" tIns="121900">
            <a:normAutofit/>
          </a:bodyPr>
          <a:lstStyle>
            <a:lvl1pPr indent="-381000" lvl="0" marL="457200">
              <a:spcBef>
                <a:spcPts val="0"/>
              </a:spcBef>
              <a:spcAft>
                <a:spcPts val="0"/>
              </a:spcAft>
              <a:buClr>
                <a:schemeClr val="dk1"/>
              </a:buClr>
              <a:buSzPts val="2400"/>
              <a:buChar char="●"/>
              <a:defRPr>
                <a:solidFill>
                  <a:schemeClr val="dk1"/>
                </a:solidFill>
              </a:defRPr>
            </a:lvl1pPr>
            <a:lvl2pPr indent="-349250" lvl="1" marL="914400">
              <a:spcBef>
                <a:spcPts val="0"/>
              </a:spcBef>
              <a:spcAft>
                <a:spcPts val="0"/>
              </a:spcAft>
              <a:buClr>
                <a:schemeClr val="dk1"/>
              </a:buClr>
              <a:buSzPts val="1900"/>
              <a:buChar char="○"/>
              <a:defRPr>
                <a:solidFill>
                  <a:schemeClr val="dk1"/>
                </a:solidFill>
              </a:defRPr>
            </a:lvl2pPr>
            <a:lvl3pPr indent="-349250" lvl="2" marL="1371600">
              <a:spcBef>
                <a:spcPts val="0"/>
              </a:spcBef>
              <a:spcAft>
                <a:spcPts val="0"/>
              </a:spcAft>
              <a:buClr>
                <a:schemeClr val="dk1"/>
              </a:buClr>
              <a:buSzPts val="1900"/>
              <a:buChar char="■"/>
              <a:defRPr>
                <a:solidFill>
                  <a:schemeClr val="dk1"/>
                </a:solidFill>
              </a:defRPr>
            </a:lvl3pPr>
            <a:lvl4pPr indent="-349250" lvl="3" marL="1828800">
              <a:spcBef>
                <a:spcPts val="0"/>
              </a:spcBef>
              <a:spcAft>
                <a:spcPts val="0"/>
              </a:spcAft>
              <a:buClr>
                <a:schemeClr val="dk1"/>
              </a:buClr>
              <a:buSzPts val="1900"/>
              <a:buChar char="●"/>
              <a:defRPr>
                <a:solidFill>
                  <a:schemeClr val="dk1"/>
                </a:solidFill>
              </a:defRPr>
            </a:lvl4pPr>
            <a:lvl5pPr indent="-349250" lvl="4" marL="2286000">
              <a:spcBef>
                <a:spcPts val="0"/>
              </a:spcBef>
              <a:spcAft>
                <a:spcPts val="0"/>
              </a:spcAft>
              <a:buClr>
                <a:schemeClr val="dk1"/>
              </a:buClr>
              <a:buSzPts val="1900"/>
              <a:buChar char="○"/>
              <a:defRPr>
                <a:solidFill>
                  <a:schemeClr val="dk1"/>
                </a:solidFill>
              </a:defRPr>
            </a:lvl5pPr>
            <a:lvl6pPr indent="-349250" lvl="5" marL="2743200">
              <a:spcBef>
                <a:spcPts val="0"/>
              </a:spcBef>
              <a:spcAft>
                <a:spcPts val="0"/>
              </a:spcAft>
              <a:buClr>
                <a:schemeClr val="dk1"/>
              </a:buClr>
              <a:buSzPts val="1900"/>
              <a:buChar char="■"/>
              <a:defRPr>
                <a:solidFill>
                  <a:schemeClr val="dk1"/>
                </a:solidFill>
              </a:defRPr>
            </a:lvl6pPr>
            <a:lvl7pPr indent="-349250" lvl="6" marL="3200400">
              <a:spcBef>
                <a:spcPts val="0"/>
              </a:spcBef>
              <a:spcAft>
                <a:spcPts val="0"/>
              </a:spcAft>
              <a:buClr>
                <a:schemeClr val="dk1"/>
              </a:buClr>
              <a:buSzPts val="1900"/>
              <a:buChar char="●"/>
              <a:defRPr>
                <a:solidFill>
                  <a:schemeClr val="dk1"/>
                </a:solidFill>
              </a:defRPr>
            </a:lvl7pPr>
            <a:lvl8pPr indent="-349250" lvl="7" marL="3657600">
              <a:spcBef>
                <a:spcPts val="0"/>
              </a:spcBef>
              <a:spcAft>
                <a:spcPts val="0"/>
              </a:spcAft>
              <a:buClr>
                <a:schemeClr val="dk1"/>
              </a:buClr>
              <a:buSzPts val="1900"/>
              <a:buChar char="○"/>
              <a:defRPr>
                <a:solidFill>
                  <a:schemeClr val="dk1"/>
                </a:solidFill>
              </a:defRPr>
            </a:lvl8pPr>
            <a:lvl9pPr indent="-349250" lvl="8" marL="4114800">
              <a:spcBef>
                <a:spcPts val="0"/>
              </a:spcBef>
              <a:spcAft>
                <a:spcPts val="0"/>
              </a:spcAft>
              <a:buClr>
                <a:schemeClr val="dk1"/>
              </a:buClr>
              <a:buSzPts val="1900"/>
              <a:buChar char="■"/>
              <a:defRPr>
                <a:solidFill>
                  <a:schemeClr val="dk1"/>
                </a:solidFill>
              </a:defRPr>
            </a:lvl9pPr>
          </a:lstStyle>
          <a:p/>
        </p:txBody>
      </p:sp>
      <p:sp>
        <p:nvSpPr>
          <p:cNvPr id="40" name="Google Shape;40;p9"/>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415600" y="5640767"/>
            <a:ext cx="7998300" cy="8067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SzPts val="2400"/>
              <a:buNone/>
              <a:defRPr/>
            </a:lvl1pPr>
          </a:lstStyle>
          <a:p/>
        </p:txBody>
      </p:sp>
      <p:sp>
        <p:nvSpPr>
          <p:cNvPr id="43" name="Google Shape;43;p10"/>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415600" y="1474833"/>
            <a:ext cx="11360700" cy="26181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6" name="Google Shape;46;p11"/>
          <p:cNvSpPr txBox="1"/>
          <p:nvPr>
            <p:ph idx="1" type="body"/>
          </p:nvPr>
        </p:nvSpPr>
        <p:spPr>
          <a:xfrm>
            <a:off x="415600" y="4202967"/>
            <a:ext cx="11360700" cy="1734300"/>
          </a:xfrm>
          <a:prstGeom prst="rect">
            <a:avLst/>
          </a:prstGeom>
        </p:spPr>
        <p:txBody>
          <a:bodyPr anchorCtr="0" anchor="t" bIns="121900" lIns="121900" spcFirstLastPara="1" rIns="121900" wrap="square" tIns="121900">
            <a:normAutofit/>
          </a:bodyPr>
          <a:lstStyle>
            <a:lvl1pPr indent="-381000" lvl="0" marL="457200" algn="ctr">
              <a:spcBef>
                <a:spcPts val="0"/>
              </a:spcBef>
              <a:spcAft>
                <a:spcPts val="0"/>
              </a:spcAft>
              <a:buSzPts val="2400"/>
              <a:buChar char="●"/>
              <a:defRPr/>
            </a:lvl1pPr>
            <a:lvl2pPr indent="-349250" lvl="1" marL="914400" algn="ctr">
              <a:spcBef>
                <a:spcPts val="0"/>
              </a:spcBef>
              <a:spcAft>
                <a:spcPts val="0"/>
              </a:spcAft>
              <a:buSzPts val="1900"/>
              <a:buChar char="○"/>
              <a:defRPr/>
            </a:lvl2pPr>
            <a:lvl3pPr indent="-349250" lvl="2" marL="1371600" algn="ctr">
              <a:spcBef>
                <a:spcPts val="0"/>
              </a:spcBef>
              <a:spcAft>
                <a:spcPts val="0"/>
              </a:spcAft>
              <a:buSzPts val="1900"/>
              <a:buChar char="■"/>
              <a:defRPr/>
            </a:lvl3pPr>
            <a:lvl4pPr indent="-349250" lvl="3" marL="1828800" algn="ctr">
              <a:spcBef>
                <a:spcPts val="0"/>
              </a:spcBef>
              <a:spcAft>
                <a:spcPts val="0"/>
              </a:spcAft>
              <a:buSzPts val="1900"/>
              <a:buChar char="●"/>
              <a:defRPr/>
            </a:lvl4pPr>
            <a:lvl5pPr indent="-349250" lvl="4" marL="2286000" algn="ctr">
              <a:spcBef>
                <a:spcPts val="0"/>
              </a:spcBef>
              <a:spcAft>
                <a:spcPts val="0"/>
              </a:spcAft>
              <a:buSzPts val="1900"/>
              <a:buChar char="○"/>
              <a:defRPr/>
            </a:lvl5pPr>
            <a:lvl6pPr indent="-349250" lvl="5" marL="2743200" algn="ctr">
              <a:spcBef>
                <a:spcPts val="0"/>
              </a:spcBef>
              <a:spcAft>
                <a:spcPts val="0"/>
              </a:spcAft>
              <a:buSzPts val="1900"/>
              <a:buChar char="■"/>
              <a:defRPr/>
            </a:lvl6pPr>
            <a:lvl7pPr indent="-349250" lvl="6" marL="3200400" algn="ctr">
              <a:spcBef>
                <a:spcPts val="0"/>
              </a:spcBef>
              <a:spcAft>
                <a:spcPts val="0"/>
              </a:spcAft>
              <a:buSzPts val="1900"/>
              <a:buChar char="●"/>
              <a:defRPr/>
            </a:lvl7pPr>
            <a:lvl8pPr indent="-349250" lvl="7" marL="3657600" algn="ctr">
              <a:spcBef>
                <a:spcPts val="0"/>
              </a:spcBef>
              <a:spcAft>
                <a:spcPts val="0"/>
              </a:spcAft>
              <a:buSzPts val="1900"/>
              <a:buChar char="○"/>
              <a:defRPr/>
            </a:lvl8pPr>
            <a:lvl9pPr indent="-349250" lvl="8" marL="4114800" algn="ctr">
              <a:spcBef>
                <a:spcPts val="0"/>
              </a:spcBef>
              <a:spcAft>
                <a:spcPts val="0"/>
              </a:spcAft>
              <a:buSzPts val="1900"/>
              <a:buChar char="■"/>
              <a:defRPr/>
            </a:lvl9pPr>
          </a:lstStyle>
          <a:p/>
        </p:txBody>
      </p:sp>
      <p:sp>
        <p:nvSpPr>
          <p:cNvPr id="47" name="Google Shape;47;p11"/>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0" name="Shape 50"/>
        <p:cNvGrpSpPr/>
        <p:nvPr/>
      </p:nvGrpSpPr>
      <p:grpSpPr>
        <a:xfrm>
          <a:off x="0" y="0"/>
          <a:ext cx="0" cy="0"/>
          <a:chOff x="0" y="0"/>
          <a:chExt cx="0" cy="0"/>
        </a:xfrm>
      </p:grpSpPr>
      <p:sp>
        <p:nvSpPr>
          <p:cNvPr id="51" name="Google Shape;51;p1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8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52" name="Google Shape;52;p13"/>
          <p:cNvSpPr txBox="1"/>
          <p:nvPr>
            <p:ph idx="1" type="body"/>
          </p:nvPr>
        </p:nvSpPr>
        <p:spPr>
          <a:xfrm>
            <a:off x="838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000"/>
              </a:spcBef>
              <a:spcAft>
                <a:spcPts val="0"/>
              </a:spcAft>
              <a:buClr>
                <a:schemeClr val="dk1"/>
              </a:buClr>
              <a:buSzPts val="1800"/>
              <a:buChar char="●"/>
              <a:defRPr/>
            </a:lvl1pPr>
            <a:lvl2pPr indent="-342900" lvl="1" marL="914400" rtl="0" algn="l">
              <a:lnSpc>
                <a:spcPct val="90000"/>
              </a:lnSpc>
              <a:spcBef>
                <a:spcPts val="1600"/>
              </a:spcBef>
              <a:spcAft>
                <a:spcPts val="0"/>
              </a:spcAft>
              <a:buClr>
                <a:schemeClr val="dk1"/>
              </a:buClr>
              <a:buSzPts val="1800"/>
              <a:buChar char="○"/>
              <a:defRPr/>
            </a:lvl2pPr>
            <a:lvl3pPr indent="-342900" lvl="2" marL="1371600" rtl="0" algn="l">
              <a:lnSpc>
                <a:spcPct val="90000"/>
              </a:lnSpc>
              <a:spcBef>
                <a:spcPts val="1600"/>
              </a:spcBef>
              <a:spcAft>
                <a:spcPts val="0"/>
              </a:spcAft>
              <a:buClr>
                <a:schemeClr val="dk1"/>
              </a:buClr>
              <a:buSzPts val="1800"/>
              <a:buChar char="■"/>
              <a:defRPr/>
            </a:lvl3pPr>
            <a:lvl4pPr indent="-342900" lvl="3" marL="1828800" rtl="0" algn="l">
              <a:lnSpc>
                <a:spcPct val="90000"/>
              </a:lnSpc>
              <a:spcBef>
                <a:spcPts val="1600"/>
              </a:spcBef>
              <a:spcAft>
                <a:spcPts val="0"/>
              </a:spcAft>
              <a:buClr>
                <a:schemeClr val="dk1"/>
              </a:buClr>
              <a:buSzPts val="1800"/>
              <a:buChar char="●"/>
              <a:defRPr/>
            </a:lvl4pPr>
            <a:lvl5pPr indent="-342900" lvl="4" marL="2286000" rtl="0" algn="l">
              <a:lnSpc>
                <a:spcPct val="90000"/>
              </a:lnSpc>
              <a:spcBef>
                <a:spcPts val="1600"/>
              </a:spcBef>
              <a:spcAft>
                <a:spcPts val="0"/>
              </a:spcAft>
              <a:buClr>
                <a:schemeClr val="dk1"/>
              </a:buClr>
              <a:buSzPts val="1800"/>
              <a:buChar char="○"/>
              <a:defRPr/>
            </a:lvl5pPr>
            <a:lvl6pPr indent="-342900" lvl="5" marL="2743200" rtl="0" algn="l">
              <a:lnSpc>
                <a:spcPct val="90000"/>
              </a:lnSpc>
              <a:spcBef>
                <a:spcPts val="1600"/>
              </a:spcBef>
              <a:spcAft>
                <a:spcPts val="0"/>
              </a:spcAft>
              <a:buClr>
                <a:schemeClr val="dk1"/>
              </a:buClr>
              <a:buSzPts val="1800"/>
              <a:buChar char="■"/>
              <a:defRPr/>
            </a:lvl6pPr>
            <a:lvl7pPr indent="-342900" lvl="6" marL="3200400" rtl="0" algn="l">
              <a:lnSpc>
                <a:spcPct val="90000"/>
              </a:lnSpc>
              <a:spcBef>
                <a:spcPts val="1600"/>
              </a:spcBef>
              <a:spcAft>
                <a:spcPts val="0"/>
              </a:spcAft>
              <a:buClr>
                <a:schemeClr val="dk1"/>
              </a:buClr>
              <a:buSzPts val="1800"/>
              <a:buChar char="●"/>
              <a:defRPr/>
            </a:lvl7pPr>
            <a:lvl8pPr indent="-342900" lvl="7" marL="3657600" rtl="0" algn="l">
              <a:lnSpc>
                <a:spcPct val="90000"/>
              </a:lnSpc>
              <a:spcBef>
                <a:spcPts val="1600"/>
              </a:spcBef>
              <a:spcAft>
                <a:spcPts val="0"/>
              </a:spcAft>
              <a:buClr>
                <a:schemeClr val="dk1"/>
              </a:buClr>
              <a:buSzPts val="1800"/>
              <a:buChar char="○"/>
              <a:defRPr/>
            </a:lvl8pPr>
            <a:lvl9pPr indent="-342900" lvl="8" marL="4114800" rtl="0" algn="l">
              <a:lnSpc>
                <a:spcPct val="90000"/>
              </a:lnSpc>
              <a:spcBef>
                <a:spcPts val="1600"/>
              </a:spcBef>
              <a:spcAft>
                <a:spcPts val="1600"/>
              </a:spcAft>
              <a:buClr>
                <a:schemeClr val="dk1"/>
              </a:buClr>
              <a:buSzPts val="1800"/>
              <a:buChar char="■"/>
              <a:defRPr/>
            </a:lvl9pPr>
          </a:lstStyle>
          <a:p/>
        </p:txBody>
      </p:sp>
      <p:sp>
        <p:nvSpPr>
          <p:cNvPr id="53" name="Google Shape;53;p13"/>
          <p:cNvSpPr txBox="1"/>
          <p:nvPr>
            <p:ph idx="2" type="body"/>
          </p:nvPr>
        </p:nvSpPr>
        <p:spPr>
          <a:xfrm>
            <a:off x="6172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000"/>
              </a:spcBef>
              <a:spcAft>
                <a:spcPts val="0"/>
              </a:spcAft>
              <a:buClr>
                <a:schemeClr val="dk1"/>
              </a:buClr>
              <a:buSzPts val="1800"/>
              <a:buChar char="●"/>
              <a:defRPr/>
            </a:lvl1pPr>
            <a:lvl2pPr indent="-342900" lvl="1" marL="914400" rtl="0" algn="l">
              <a:lnSpc>
                <a:spcPct val="90000"/>
              </a:lnSpc>
              <a:spcBef>
                <a:spcPts val="1600"/>
              </a:spcBef>
              <a:spcAft>
                <a:spcPts val="0"/>
              </a:spcAft>
              <a:buClr>
                <a:schemeClr val="dk1"/>
              </a:buClr>
              <a:buSzPts val="1800"/>
              <a:buChar char="○"/>
              <a:defRPr/>
            </a:lvl2pPr>
            <a:lvl3pPr indent="-342900" lvl="2" marL="1371600" rtl="0" algn="l">
              <a:lnSpc>
                <a:spcPct val="90000"/>
              </a:lnSpc>
              <a:spcBef>
                <a:spcPts val="1600"/>
              </a:spcBef>
              <a:spcAft>
                <a:spcPts val="0"/>
              </a:spcAft>
              <a:buClr>
                <a:schemeClr val="dk1"/>
              </a:buClr>
              <a:buSzPts val="1800"/>
              <a:buChar char="■"/>
              <a:defRPr/>
            </a:lvl3pPr>
            <a:lvl4pPr indent="-342900" lvl="3" marL="1828800" rtl="0" algn="l">
              <a:lnSpc>
                <a:spcPct val="90000"/>
              </a:lnSpc>
              <a:spcBef>
                <a:spcPts val="1600"/>
              </a:spcBef>
              <a:spcAft>
                <a:spcPts val="0"/>
              </a:spcAft>
              <a:buClr>
                <a:schemeClr val="dk1"/>
              </a:buClr>
              <a:buSzPts val="1800"/>
              <a:buChar char="●"/>
              <a:defRPr/>
            </a:lvl4pPr>
            <a:lvl5pPr indent="-342900" lvl="4" marL="2286000" rtl="0" algn="l">
              <a:lnSpc>
                <a:spcPct val="90000"/>
              </a:lnSpc>
              <a:spcBef>
                <a:spcPts val="1600"/>
              </a:spcBef>
              <a:spcAft>
                <a:spcPts val="0"/>
              </a:spcAft>
              <a:buClr>
                <a:schemeClr val="dk1"/>
              </a:buClr>
              <a:buSzPts val="1800"/>
              <a:buChar char="○"/>
              <a:defRPr/>
            </a:lvl5pPr>
            <a:lvl6pPr indent="-342900" lvl="5" marL="2743200" rtl="0" algn="l">
              <a:lnSpc>
                <a:spcPct val="90000"/>
              </a:lnSpc>
              <a:spcBef>
                <a:spcPts val="1600"/>
              </a:spcBef>
              <a:spcAft>
                <a:spcPts val="0"/>
              </a:spcAft>
              <a:buClr>
                <a:schemeClr val="dk1"/>
              </a:buClr>
              <a:buSzPts val="1800"/>
              <a:buChar char="■"/>
              <a:defRPr/>
            </a:lvl6pPr>
            <a:lvl7pPr indent="-342900" lvl="6" marL="3200400" rtl="0" algn="l">
              <a:lnSpc>
                <a:spcPct val="90000"/>
              </a:lnSpc>
              <a:spcBef>
                <a:spcPts val="1600"/>
              </a:spcBef>
              <a:spcAft>
                <a:spcPts val="0"/>
              </a:spcAft>
              <a:buClr>
                <a:schemeClr val="dk1"/>
              </a:buClr>
              <a:buSzPts val="1800"/>
              <a:buChar char="●"/>
              <a:defRPr/>
            </a:lvl7pPr>
            <a:lvl8pPr indent="-342900" lvl="7" marL="3657600" rtl="0" algn="l">
              <a:lnSpc>
                <a:spcPct val="90000"/>
              </a:lnSpc>
              <a:spcBef>
                <a:spcPts val="1600"/>
              </a:spcBef>
              <a:spcAft>
                <a:spcPts val="0"/>
              </a:spcAft>
              <a:buClr>
                <a:schemeClr val="dk1"/>
              </a:buClr>
              <a:buSzPts val="1800"/>
              <a:buChar char="○"/>
              <a:defRPr/>
            </a:lvl8pPr>
            <a:lvl9pPr indent="-342900" lvl="8" marL="4114800" rtl="0" algn="l">
              <a:lnSpc>
                <a:spcPct val="90000"/>
              </a:lnSpc>
              <a:spcBef>
                <a:spcPts val="1600"/>
              </a:spcBef>
              <a:spcAft>
                <a:spcPts val="1600"/>
              </a:spcAft>
              <a:buClr>
                <a:schemeClr val="dk1"/>
              </a:buClr>
              <a:buSzPts val="1800"/>
              <a:buChar char="■"/>
              <a:defRPr/>
            </a:lvl9pPr>
          </a:lstStyle>
          <a:p/>
        </p:txBody>
      </p:sp>
      <p:sp>
        <p:nvSpPr>
          <p:cNvPr id="54" name="Google Shape;54;p1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5" name="Google Shape;55;p1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6" name="Google Shape;56;p1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rm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rgbClr val="434343"/>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p:txBody>
      </p:sp>
      <p:sp>
        <p:nvSpPr>
          <p:cNvPr id="7" name="Google Shape;7;p1"/>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nSpc>
                <a:spcPct val="115000"/>
              </a:lnSpc>
              <a:spcBef>
                <a:spcPts val="0"/>
              </a:spcBef>
              <a:spcAft>
                <a:spcPts val="0"/>
              </a:spcAft>
              <a:buClr>
                <a:schemeClr val="lt2"/>
              </a:buClr>
              <a:buSzPts val="2400"/>
              <a:buChar char="●"/>
              <a:defRPr sz="2400">
                <a:solidFill>
                  <a:schemeClr val="lt2"/>
                </a:solidFill>
              </a:defRPr>
            </a:lvl1pPr>
            <a:lvl2pPr indent="-349250" lvl="1" marL="914400">
              <a:lnSpc>
                <a:spcPct val="115000"/>
              </a:lnSpc>
              <a:spcBef>
                <a:spcPts val="0"/>
              </a:spcBef>
              <a:spcAft>
                <a:spcPts val="0"/>
              </a:spcAft>
              <a:buClr>
                <a:schemeClr val="lt2"/>
              </a:buClr>
              <a:buSzPts val="1900"/>
              <a:buChar char="○"/>
              <a:defRPr sz="1900">
                <a:solidFill>
                  <a:schemeClr val="lt2"/>
                </a:solidFill>
              </a:defRPr>
            </a:lvl2pPr>
            <a:lvl3pPr indent="-349250" lvl="2" marL="1371600">
              <a:lnSpc>
                <a:spcPct val="115000"/>
              </a:lnSpc>
              <a:spcBef>
                <a:spcPts val="0"/>
              </a:spcBef>
              <a:spcAft>
                <a:spcPts val="0"/>
              </a:spcAft>
              <a:buClr>
                <a:schemeClr val="lt2"/>
              </a:buClr>
              <a:buSzPts val="1900"/>
              <a:buChar char="■"/>
              <a:defRPr sz="1900">
                <a:solidFill>
                  <a:schemeClr val="lt2"/>
                </a:solidFill>
              </a:defRPr>
            </a:lvl3pPr>
            <a:lvl4pPr indent="-349250" lvl="3" marL="1828800">
              <a:lnSpc>
                <a:spcPct val="115000"/>
              </a:lnSpc>
              <a:spcBef>
                <a:spcPts val="0"/>
              </a:spcBef>
              <a:spcAft>
                <a:spcPts val="0"/>
              </a:spcAft>
              <a:buClr>
                <a:schemeClr val="lt2"/>
              </a:buClr>
              <a:buSzPts val="1900"/>
              <a:buChar char="●"/>
              <a:defRPr sz="1900">
                <a:solidFill>
                  <a:schemeClr val="lt2"/>
                </a:solidFill>
              </a:defRPr>
            </a:lvl4pPr>
            <a:lvl5pPr indent="-349250" lvl="4" marL="2286000">
              <a:lnSpc>
                <a:spcPct val="115000"/>
              </a:lnSpc>
              <a:spcBef>
                <a:spcPts val="0"/>
              </a:spcBef>
              <a:spcAft>
                <a:spcPts val="0"/>
              </a:spcAft>
              <a:buClr>
                <a:schemeClr val="lt2"/>
              </a:buClr>
              <a:buSzPts val="1900"/>
              <a:buChar char="○"/>
              <a:defRPr sz="1900">
                <a:solidFill>
                  <a:schemeClr val="lt2"/>
                </a:solidFill>
              </a:defRPr>
            </a:lvl5pPr>
            <a:lvl6pPr indent="-349250" lvl="5" marL="2743200">
              <a:lnSpc>
                <a:spcPct val="115000"/>
              </a:lnSpc>
              <a:spcBef>
                <a:spcPts val="0"/>
              </a:spcBef>
              <a:spcAft>
                <a:spcPts val="0"/>
              </a:spcAft>
              <a:buClr>
                <a:schemeClr val="lt2"/>
              </a:buClr>
              <a:buSzPts val="1900"/>
              <a:buChar char="■"/>
              <a:defRPr sz="1900">
                <a:solidFill>
                  <a:schemeClr val="lt2"/>
                </a:solidFill>
              </a:defRPr>
            </a:lvl6pPr>
            <a:lvl7pPr indent="-349250" lvl="6" marL="3200400">
              <a:lnSpc>
                <a:spcPct val="115000"/>
              </a:lnSpc>
              <a:spcBef>
                <a:spcPts val="0"/>
              </a:spcBef>
              <a:spcAft>
                <a:spcPts val="0"/>
              </a:spcAft>
              <a:buClr>
                <a:schemeClr val="lt2"/>
              </a:buClr>
              <a:buSzPts val="1900"/>
              <a:buChar char="●"/>
              <a:defRPr sz="1900">
                <a:solidFill>
                  <a:schemeClr val="lt2"/>
                </a:solidFill>
              </a:defRPr>
            </a:lvl7pPr>
            <a:lvl8pPr indent="-349250" lvl="7" marL="3657600">
              <a:lnSpc>
                <a:spcPct val="115000"/>
              </a:lnSpc>
              <a:spcBef>
                <a:spcPts val="0"/>
              </a:spcBef>
              <a:spcAft>
                <a:spcPts val="0"/>
              </a:spcAft>
              <a:buClr>
                <a:schemeClr val="lt2"/>
              </a:buClr>
              <a:buSzPts val="1900"/>
              <a:buChar char="○"/>
              <a:defRPr sz="1900">
                <a:solidFill>
                  <a:schemeClr val="lt2"/>
                </a:solidFill>
              </a:defRPr>
            </a:lvl8pPr>
            <a:lvl9pPr indent="-349250" lvl="8" marL="4114800">
              <a:lnSpc>
                <a:spcPct val="115000"/>
              </a:lnSpc>
              <a:spcBef>
                <a:spcPts val="0"/>
              </a:spcBef>
              <a:spcAft>
                <a:spcPts val="0"/>
              </a:spcAft>
              <a:buClr>
                <a:schemeClr val="lt2"/>
              </a:buClr>
              <a:buSzPts val="1900"/>
              <a:buChar char="■"/>
              <a:defRPr sz="1900">
                <a:solidFill>
                  <a:schemeClr val="lt2"/>
                </a:solidFill>
              </a:defRPr>
            </a:lvl9pPr>
          </a:lstStyle>
          <a:p/>
        </p:txBody>
      </p:sp>
      <p:sp>
        <p:nvSpPr>
          <p:cNvPr id="8" name="Google Shape;8;p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lt2"/>
                </a:solidFill>
              </a:defRPr>
            </a:lvl1pPr>
            <a:lvl2pPr lvl="1" algn="r">
              <a:buNone/>
              <a:defRPr sz="1300">
                <a:solidFill>
                  <a:schemeClr val="lt2"/>
                </a:solidFill>
              </a:defRPr>
            </a:lvl2pPr>
            <a:lvl3pPr lvl="2" algn="r">
              <a:buNone/>
              <a:defRPr sz="1300">
                <a:solidFill>
                  <a:schemeClr val="lt2"/>
                </a:solidFill>
              </a:defRPr>
            </a:lvl3pPr>
            <a:lvl4pPr lvl="3" algn="r">
              <a:buNone/>
              <a:defRPr sz="1300">
                <a:solidFill>
                  <a:schemeClr val="lt2"/>
                </a:solidFill>
              </a:defRPr>
            </a:lvl4pPr>
            <a:lvl5pPr lvl="4" algn="r">
              <a:buNone/>
              <a:defRPr sz="1300">
                <a:solidFill>
                  <a:schemeClr val="lt2"/>
                </a:solidFill>
              </a:defRPr>
            </a:lvl5pPr>
            <a:lvl6pPr lvl="5" algn="r">
              <a:buNone/>
              <a:defRPr sz="1300">
                <a:solidFill>
                  <a:schemeClr val="lt2"/>
                </a:solidFill>
              </a:defRPr>
            </a:lvl6pPr>
            <a:lvl7pPr lvl="6" algn="r">
              <a:buNone/>
              <a:defRPr sz="1300">
                <a:solidFill>
                  <a:schemeClr val="lt2"/>
                </a:solidFill>
              </a:defRPr>
            </a:lvl7pPr>
            <a:lvl8pPr lvl="7" algn="r">
              <a:buNone/>
              <a:defRPr sz="1300">
                <a:solidFill>
                  <a:schemeClr val="lt2"/>
                </a:solidFill>
              </a:defRPr>
            </a:lvl8pPr>
            <a:lvl9pPr lvl="8" algn="r">
              <a:buNone/>
              <a:defRPr sz="1300">
                <a:solidFill>
                  <a:schemeClr val="lt2"/>
                </a:solidFill>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9.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idx="1" type="body"/>
          </p:nvPr>
        </p:nvSpPr>
        <p:spPr>
          <a:xfrm>
            <a:off x="270197" y="130810"/>
            <a:ext cx="11651700" cy="63018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2800"/>
              <a:buFont typeface="Noto Sans Symbols"/>
              <a:buNone/>
            </a:pPr>
            <a:r>
              <a:rPr b="1" lang="en-IN">
                <a:solidFill>
                  <a:schemeClr val="dk1"/>
                </a:solidFill>
                <a:latin typeface="Cambria"/>
                <a:ea typeface="Cambria"/>
                <a:cs typeface="Cambria"/>
                <a:sym typeface="Cambria"/>
              </a:rPr>
              <a:t>D. Y. PATIL COLLEGE OF ENGINEERING, AKURDI, PUNE-44</a:t>
            </a:r>
            <a:endParaRPr/>
          </a:p>
          <a:p>
            <a:pPr indent="0" lvl="0" marL="0" rtl="0" algn="ctr">
              <a:lnSpc>
                <a:spcPct val="90000"/>
              </a:lnSpc>
              <a:spcBef>
                <a:spcPts val="1000"/>
              </a:spcBef>
              <a:spcAft>
                <a:spcPts val="0"/>
              </a:spcAft>
              <a:buClr>
                <a:schemeClr val="dk1"/>
              </a:buClr>
              <a:buSzPts val="2800"/>
              <a:buFont typeface="Noto Sans Symbols"/>
              <a:buNone/>
            </a:pPr>
            <a:r>
              <a:rPr b="1" lang="en-IN">
                <a:solidFill>
                  <a:schemeClr val="dk1"/>
                </a:solidFill>
                <a:latin typeface="Cambria"/>
                <a:ea typeface="Cambria"/>
                <a:cs typeface="Cambria"/>
                <a:sym typeface="Cambria"/>
              </a:rPr>
              <a:t>Department of Artificial Intelligence &amp; Data Science</a:t>
            </a:r>
            <a:endParaRPr/>
          </a:p>
          <a:p>
            <a:pPr indent="0" lvl="0" marL="0" rtl="0" algn="ctr">
              <a:lnSpc>
                <a:spcPct val="90000"/>
              </a:lnSpc>
              <a:spcBef>
                <a:spcPts val="1000"/>
              </a:spcBef>
              <a:spcAft>
                <a:spcPts val="0"/>
              </a:spcAft>
              <a:buClr>
                <a:schemeClr val="dk1"/>
              </a:buClr>
              <a:buSzPts val="2400"/>
              <a:buFont typeface="Noto Sans Symbols"/>
              <a:buNone/>
            </a:pPr>
            <a:r>
              <a:rPr b="1" lang="en-IN" sz="2400">
                <a:solidFill>
                  <a:schemeClr val="dk1"/>
                </a:solidFill>
                <a:latin typeface="Cambria"/>
                <a:ea typeface="Cambria"/>
                <a:cs typeface="Cambria"/>
                <a:sym typeface="Cambria"/>
              </a:rPr>
              <a:t>BE Project Stage - II (A.Y. 2023-24 SEM II)</a:t>
            </a:r>
            <a:endParaRPr/>
          </a:p>
          <a:p>
            <a:pPr indent="0" lvl="0" marL="0" rtl="0" algn="ctr">
              <a:lnSpc>
                <a:spcPct val="90000"/>
              </a:lnSpc>
              <a:spcBef>
                <a:spcPts val="1000"/>
              </a:spcBef>
              <a:spcAft>
                <a:spcPts val="0"/>
              </a:spcAft>
              <a:buClr>
                <a:schemeClr val="dk1"/>
              </a:buClr>
              <a:buSzPts val="2400"/>
              <a:buFont typeface="Noto Sans Symbols"/>
              <a:buNone/>
            </a:pPr>
            <a:r>
              <a:t/>
            </a:r>
            <a:endParaRPr b="1" sz="2400">
              <a:solidFill>
                <a:schemeClr val="dk1"/>
              </a:solidFill>
              <a:latin typeface="Cambria"/>
              <a:ea typeface="Cambria"/>
              <a:cs typeface="Cambria"/>
              <a:sym typeface="Cambria"/>
            </a:endParaRPr>
          </a:p>
          <a:p>
            <a:pPr indent="0" lvl="0" marL="0" rtl="0" algn="ctr">
              <a:lnSpc>
                <a:spcPct val="90000"/>
              </a:lnSpc>
              <a:spcBef>
                <a:spcPts val="1000"/>
              </a:spcBef>
              <a:spcAft>
                <a:spcPts val="0"/>
              </a:spcAft>
              <a:buClr>
                <a:schemeClr val="dk1"/>
              </a:buClr>
              <a:buSzPts val="2400"/>
              <a:buFont typeface="Noto Sans Symbols"/>
              <a:buNone/>
            </a:pPr>
            <a:r>
              <a:rPr b="1" lang="en-IN" sz="2400">
                <a:solidFill>
                  <a:schemeClr val="dk1"/>
                </a:solidFill>
                <a:latin typeface="Cambria"/>
                <a:ea typeface="Cambria"/>
                <a:cs typeface="Cambria"/>
                <a:sym typeface="Cambria"/>
              </a:rPr>
              <a:t>Presentation On</a:t>
            </a:r>
            <a:endParaRPr/>
          </a:p>
          <a:p>
            <a:pPr indent="0" lvl="0" marL="0" rtl="0" algn="ctr">
              <a:lnSpc>
                <a:spcPct val="90000"/>
              </a:lnSpc>
              <a:spcBef>
                <a:spcPts val="1000"/>
              </a:spcBef>
              <a:spcAft>
                <a:spcPts val="0"/>
              </a:spcAft>
              <a:buClr>
                <a:srgbClr val="FF0000"/>
              </a:buClr>
              <a:buSzPts val="4400"/>
              <a:buFont typeface="Noto Sans Symbols"/>
              <a:buNone/>
            </a:pPr>
            <a:r>
              <a:rPr b="1" lang="en-IN" sz="4400" u="sng">
                <a:solidFill>
                  <a:srgbClr val="00FFFF"/>
                </a:solidFill>
                <a:latin typeface="Cambria"/>
                <a:ea typeface="Cambria"/>
                <a:cs typeface="Cambria"/>
                <a:sym typeface="Cambria"/>
              </a:rPr>
              <a:t>Automatic Detection of Pneumonia using Deep Learning Techniques</a:t>
            </a:r>
            <a:endParaRPr b="1" sz="900">
              <a:solidFill>
                <a:srgbClr val="00FFFF"/>
              </a:solidFill>
              <a:latin typeface="Cambria"/>
              <a:ea typeface="Cambria"/>
              <a:cs typeface="Cambria"/>
              <a:sym typeface="Cambria"/>
            </a:endParaRPr>
          </a:p>
          <a:p>
            <a:pPr indent="0" lvl="0" marL="0" rtl="0" algn="l">
              <a:lnSpc>
                <a:spcPct val="100000"/>
              </a:lnSpc>
              <a:spcBef>
                <a:spcPts val="0"/>
              </a:spcBef>
              <a:spcAft>
                <a:spcPts val="0"/>
              </a:spcAft>
              <a:buClr>
                <a:schemeClr val="dk1"/>
              </a:buClr>
              <a:buSzPts val="900"/>
              <a:buFont typeface="Noto Sans Symbols"/>
              <a:buNone/>
            </a:pPr>
            <a:r>
              <a:t/>
            </a:r>
            <a:endParaRPr b="1" sz="900">
              <a:solidFill>
                <a:schemeClr val="dk1"/>
              </a:solidFill>
              <a:latin typeface="Cambria"/>
              <a:ea typeface="Cambria"/>
              <a:cs typeface="Cambria"/>
              <a:sym typeface="Cambria"/>
            </a:endParaRPr>
          </a:p>
          <a:p>
            <a:pPr indent="0" lvl="0" marL="0" rtl="0" algn="l">
              <a:lnSpc>
                <a:spcPct val="100000"/>
              </a:lnSpc>
              <a:spcBef>
                <a:spcPts val="0"/>
              </a:spcBef>
              <a:spcAft>
                <a:spcPts val="0"/>
              </a:spcAft>
              <a:buClr>
                <a:schemeClr val="dk1"/>
              </a:buClr>
              <a:buSzPts val="900"/>
              <a:buFont typeface="Noto Sans Symbols"/>
              <a:buNone/>
            </a:pPr>
            <a:r>
              <a:t/>
            </a:r>
            <a:endParaRPr b="1" sz="900">
              <a:solidFill>
                <a:schemeClr val="dk1"/>
              </a:solidFill>
              <a:latin typeface="Cambria"/>
              <a:ea typeface="Cambria"/>
              <a:cs typeface="Cambria"/>
              <a:sym typeface="Cambria"/>
            </a:endParaRPr>
          </a:p>
          <a:p>
            <a:pPr indent="0" lvl="0" marL="0" rtl="0" algn="l">
              <a:lnSpc>
                <a:spcPct val="100000"/>
              </a:lnSpc>
              <a:spcBef>
                <a:spcPts val="0"/>
              </a:spcBef>
              <a:spcAft>
                <a:spcPts val="0"/>
              </a:spcAft>
              <a:buClr>
                <a:schemeClr val="dk1"/>
              </a:buClr>
              <a:buSzPts val="900"/>
              <a:buFont typeface="Noto Sans Symbols"/>
              <a:buNone/>
            </a:pPr>
            <a:r>
              <a:t/>
            </a:r>
            <a:endParaRPr b="1" sz="900">
              <a:latin typeface="Cambria"/>
              <a:ea typeface="Cambria"/>
              <a:cs typeface="Cambria"/>
              <a:sym typeface="Cambria"/>
            </a:endParaRPr>
          </a:p>
          <a:p>
            <a:pPr indent="0" lvl="0" marL="0" rtl="0" algn="l">
              <a:lnSpc>
                <a:spcPct val="100000"/>
              </a:lnSpc>
              <a:spcBef>
                <a:spcPts val="0"/>
              </a:spcBef>
              <a:spcAft>
                <a:spcPts val="0"/>
              </a:spcAft>
              <a:buClr>
                <a:schemeClr val="dk1"/>
              </a:buClr>
              <a:buSzPts val="900"/>
              <a:buFont typeface="Noto Sans Symbols"/>
              <a:buNone/>
            </a:pPr>
            <a:r>
              <a:t/>
            </a:r>
            <a:endParaRPr b="1" sz="900">
              <a:solidFill>
                <a:schemeClr val="dk1"/>
              </a:solidFill>
              <a:latin typeface="Cambria"/>
              <a:ea typeface="Cambria"/>
              <a:cs typeface="Cambria"/>
              <a:sym typeface="Cambria"/>
            </a:endParaRPr>
          </a:p>
          <a:p>
            <a:pPr indent="0" lvl="0" marL="0" rtl="0" algn="l">
              <a:lnSpc>
                <a:spcPct val="100000"/>
              </a:lnSpc>
              <a:spcBef>
                <a:spcPts val="0"/>
              </a:spcBef>
              <a:spcAft>
                <a:spcPts val="0"/>
              </a:spcAft>
              <a:buClr>
                <a:schemeClr val="dk1"/>
              </a:buClr>
              <a:buSzPts val="900"/>
              <a:buFont typeface="Noto Sans Symbols"/>
              <a:buNone/>
            </a:pPr>
            <a:r>
              <a:t/>
            </a:r>
            <a:endParaRPr b="1" sz="900">
              <a:solidFill>
                <a:schemeClr val="dk1"/>
              </a:solidFill>
              <a:latin typeface="Cambria"/>
              <a:ea typeface="Cambria"/>
              <a:cs typeface="Cambria"/>
              <a:sym typeface="Cambria"/>
            </a:endParaRPr>
          </a:p>
          <a:p>
            <a:pPr indent="0" lvl="0" marL="0" rtl="0" algn="l">
              <a:lnSpc>
                <a:spcPct val="100000"/>
              </a:lnSpc>
              <a:spcBef>
                <a:spcPts val="0"/>
              </a:spcBef>
              <a:spcAft>
                <a:spcPts val="0"/>
              </a:spcAft>
              <a:buClr>
                <a:schemeClr val="dk1"/>
              </a:buClr>
              <a:buSzPts val="900"/>
              <a:buFont typeface="Noto Sans Symbols"/>
              <a:buNone/>
            </a:pPr>
            <a:r>
              <a:t/>
            </a:r>
            <a:endParaRPr b="1" sz="900">
              <a:solidFill>
                <a:schemeClr val="dk1"/>
              </a:solidFill>
              <a:latin typeface="Cambria"/>
              <a:ea typeface="Cambria"/>
              <a:cs typeface="Cambria"/>
              <a:sym typeface="Cambria"/>
            </a:endParaRPr>
          </a:p>
          <a:p>
            <a:pPr indent="0" lvl="0" marL="0" rtl="0" algn="l">
              <a:lnSpc>
                <a:spcPct val="100000"/>
              </a:lnSpc>
              <a:spcBef>
                <a:spcPts val="0"/>
              </a:spcBef>
              <a:spcAft>
                <a:spcPts val="0"/>
              </a:spcAft>
              <a:buClr>
                <a:schemeClr val="dk1"/>
              </a:buClr>
              <a:buSzPts val="900"/>
              <a:buFont typeface="Noto Sans Symbols"/>
              <a:buNone/>
            </a:pPr>
            <a:r>
              <a:t/>
            </a:r>
            <a:endParaRPr b="1" sz="900">
              <a:solidFill>
                <a:schemeClr val="dk1"/>
              </a:solidFill>
              <a:latin typeface="Cambria"/>
              <a:ea typeface="Cambria"/>
              <a:cs typeface="Cambria"/>
              <a:sym typeface="Cambria"/>
            </a:endParaRPr>
          </a:p>
          <a:p>
            <a:pPr indent="0" lvl="0" marL="0" rtl="0" algn="l">
              <a:lnSpc>
                <a:spcPct val="100000"/>
              </a:lnSpc>
              <a:spcBef>
                <a:spcPts val="0"/>
              </a:spcBef>
              <a:spcAft>
                <a:spcPts val="0"/>
              </a:spcAft>
              <a:buClr>
                <a:schemeClr val="dk1"/>
              </a:buClr>
              <a:buSzPts val="2000"/>
              <a:buFont typeface="Noto Sans Symbols"/>
              <a:buNone/>
            </a:pPr>
            <a:r>
              <a:rPr b="1" lang="en-IN" sz="2000">
                <a:solidFill>
                  <a:schemeClr val="dk1"/>
                </a:solidFill>
                <a:latin typeface="Cambria"/>
                <a:ea typeface="Cambria"/>
                <a:cs typeface="Cambria"/>
                <a:sym typeface="Cambria"/>
              </a:rPr>
              <a:t>Team Members                                                          Co-Guide                                                         Guide</a:t>
            </a:r>
            <a:r>
              <a:rPr lang="en-IN" sz="2000">
                <a:solidFill>
                  <a:schemeClr val="dk1"/>
                </a:solidFill>
                <a:latin typeface="Cambria"/>
                <a:ea typeface="Cambria"/>
                <a:cs typeface="Cambria"/>
                <a:sym typeface="Cambria"/>
              </a:rPr>
              <a:t>				</a:t>
            </a:r>
            <a:r>
              <a:rPr lang="en-IN" sz="2000">
                <a:solidFill>
                  <a:schemeClr val="dk1"/>
                </a:solidFill>
                <a:latin typeface="Cambria"/>
                <a:ea typeface="Cambria"/>
                <a:cs typeface="Cambria"/>
                <a:sym typeface="Cambria"/>
              </a:rPr>
              <a:t>Siddhant Sonawane</a:t>
            </a:r>
            <a:r>
              <a:rPr lang="en-IN" sz="2000">
                <a:solidFill>
                  <a:schemeClr val="dk1"/>
                </a:solidFill>
                <a:latin typeface="Cambria"/>
                <a:ea typeface="Cambria"/>
                <a:cs typeface="Cambria"/>
                <a:sym typeface="Cambria"/>
              </a:rPr>
              <a:t>						Mrs. Supriya Patil		                         Dr. V.G. Kottawar</a:t>
            </a:r>
            <a:endParaRPr sz="2000">
              <a:solidFill>
                <a:schemeClr val="dk1"/>
              </a:solidFill>
              <a:latin typeface="Cambria"/>
              <a:ea typeface="Cambria"/>
              <a:cs typeface="Cambria"/>
              <a:sym typeface="Cambria"/>
            </a:endParaRPr>
          </a:p>
          <a:p>
            <a:pPr indent="0" lvl="0" marL="0" rtl="0" algn="l">
              <a:lnSpc>
                <a:spcPct val="100000"/>
              </a:lnSpc>
              <a:spcBef>
                <a:spcPts val="0"/>
              </a:spcBef>
              <a:spcAft>
                <a:spcPts val="0"/>
              </a:spcAft>
              <a:buClr>
                <a:schemeClr val="dk1"/>
              </a:buClr>
              <a:buSzPts val="2000"/>
              <a:buFont typeface="Noto Sans Symbols"/>
              <a:buNone/>
            </a:pPr>
            <a:r>
              <a:rPr lang="en-IN" sz="2000">
                <a:solidFill>
                  <a:schemeClr val="dk1"/>
                </a:solidFill>
                <a:latin typeface="Cambria"/>
                <a:ea typeface="Cambria"/>
                <a:cs typeface="Cambria"/>
                <a:sym typeface="Cambria"/>
              </a:rPr>
              <a:t>Mohammed Kaif Mirza</a:t>
            </a:r>
            <a:endParaRPr>
              <a:solidFill>
                <a:schemeClr val="dk1"/>
              </a:solidFill>
            </a:endParaRPr>
          </a:p>
          <a:p>
            <a:pPr indent="0" lvl="0" marL="0" rtl="0" algn="l">
              <a:lnSpc>
                <a:spcPct val="100000"/>
              </a:lnSpc>
              <a:spcBef>
                <a:spcPts val="0"/>
              </a:spcBef>
              <a:spcAft>
                <a:spcPts val="0"/>
              </a:spcAft>
              <a:buClr>
                <a:schemeClr val="dk1"/>
              </a:buClr>
              <a:buSzPts val="2000"/>
              <a:buFont typeface="Noto Sans Symbols"/>
              <a:buNone/>
            </a:pPr>
            <a:r>
              <a:rPr lang="en-IN" sz="2000">
                <a:solidFill>
                  <a:schemeClr val="dk1"/>
                </a:solidFill>
                <a:latin typeface="Cambria"/>
                <a:ea typeface="Cambria"/>
                <a:cs typeface="Cambria"/>
                <a:sym typeface="Cambria"/>
              </a:rPr>
              <a:t>Doshant Rahangdale</a:t>
            </a:r>
            <a:endParaRPr sz="2000">
              <a:solidFill>
                <a:schemeClr val="dk1"/>
              </a:solidFill>
              <a:latin typeface="Cambria"/>
              <a:ea typeface="Cambria"/>
              <a:cs typeface="Cambria"/>
              <a:sym typeface="Cambria"/>
            </a:endParaRPr>
          </a:p>
          <a:p>
            <a:pPr indent="0" lvl="0" marL="0" rtl="0" algn="l">
              <a:lnSpc>
                <a:spcPct val="100000"/>
              </a:lnSpc>
              <a:spcBef>
                <a:spcPts val="0"/>
              </a:spcBef>
              <a:spcAft>
                <a:spcPts val="0"/>
              </a:spcAft>
              <a:buClr>
                <a:schemeClr val="dk1"/>
              </a:buClr>
              <a:buSzPts val="2000"/>
              <a:buFont typeface="Noto Sans Symbols"/>
              <a:buNone/>
            </a:pPr>
            <a:r>
              <a:rPr lang="en-IN" sz="2000">
                <a:solidFill>
                  <a:schemeClr val="dk1"/>
                </a:solidFill>
                <a:latin typeface="Cambria"/>
                <a:ea typeface="Cambria"/>
                <a:cs typeface="Cambria"/>
                <a:sym typeface="Cambria"/>
              </a:rPr>
              <a:t>Jaydatta Bade</a:t>
            </a:r>
            <a:endParaRPr b="1" sz="2000">
              <a:solidFill>
                <a:schemeClr val="dk1"/>
              </a:solidFill>
              <a:latin typeface="Cambria"/>
              <a:ea typeface="Cambria"/>
              <a:cs typeface="Cambria"/>
              <a:sym typeface="Cambria"/>
            </a:endParaRPr>
          </a:p>
        </p:txBody>
      </p:sp>
      <p:pic>
        <p:nvPicPr>
          <p:cNvPr descr="logo" id="62" name="Google Shape;62;p14"/>
          <p:cNvPicPr preferRelativeResize="0"/>
          <p:nvPr>
            <p:ph idx="2" type="body"/>
          </p:nvPr>
        </p:nvPicPr>
        <p:blipFill rotWithShape="1">
          <a:blip r:embed="rId3">
            <a:alphaModFix/>
          </a:blip>
          <a:srcRect b="0" l="0" r="0" t="0"/>
          <a:stretch/>
        </p:blipFill>
        <p:spPr>
          <a:xfrm>
            <a:off x="437802" y="251385"/>
            <a:ext cx="1242000" cy="1242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415600" y="593367"/>
            <a:ext cx="11360700" cy="7635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IN"/>
              <a:t>Abstract</a:t>
            </a:r>
            <a:endParaRPr/>
          </a:p>
        </p:txBody>
      </p:sp>
      <p:sp>
        <p:nvSpPr>
          <p:cNvPr id="68" name="Google Shape;68;p15"/>
          <p:cNvSpPr txBox="1"/>
          <p:nvPr>
            <p:ph idx="1" type="body"/>
          </p:nvPr>
        </p:nvSpPr>
        <p:spPr>
          <a:xfrm>
            <a:off x="415600" y="1536633"/>
            <a:ext cx="11360700" cy="4555200"/>
          </a:xfrm>
          <a:prstGeom prst="rect">
            <a:avLst/>
          </a:prstGeom>
          <a:ln cap="flat" cmpd="sng" w="9525">
            <a:solidFill>
              <a:schemeClr val="dk1"/>
            </a:solidFill>
            <a:prstDash val="solid"/>
            <a:round/>
            <a:headEnd len="sm" w="sm" type="none"/>
            <a:tailEnd len="sm" w="sm" type="none"/>
          </a:ln>
        </p:spPr>
        <p:txBody>
          <a:bodyPr anchorCtr="0" anchor="t" bIns="121900" lIns="121900" spcFirstLastPara="1" rIns="121900" wrap="square" tIns="121900">
            <a:normAutofit/>
          </a:bodyPr>
          <a:lstStyle/>
          <a:p>
            <a:pPr indent="-355600" lvl="0" marL="457200" rtl="0" algn="l">
              <a:lnSpc>
                <a:spcPct val="100000"/>
              </a:lnSpc>
              <a:spcBef>
                <a:spcPts val="0"/>
              </a:spcBef>
              <a:spcAft>
                <a:spcPts val="0"/>
              </a:spcAft>
              <a:buClr>
                <a:schemeClr val="dk1"/>
              </a:buClr>
              <a:buSzPts val="2000"/>
              <a:buFont typeface="Arial"/>
              <a:buChar char="●"/>
            </a:pPr>
            <a:r>
              <a:rPr lang="en-IN" sz="2000">
                <a:solidFill>
                  <a:schemeClr val="dk1"/>
                </a:solidFill>
                <a:latin typeface="Arial"/>
                <a:ea typeface="Arial"/>
                <a:cs typeface="Arial"/>
                <a:sym typeface="Arial"/>
              </a:rPr>
              <a:t>Pneumonia detection presents a persistent challenge in healthcare, necessitating accurate and interpretable diagnostic systems for timely interventions.</a:t>
            </a:r>
            <a:endParaRPr sz="2000">
              <a:solidFill>
                <a:schemeClr val="dk1"/>
              </a:solidFill>
              <a:latin typeface="Arial"/>
              <a:ea typeface="Arial"/>
              <a:cs typeface="Arial"/>
              <a:sym typeface="Arial"/>
            </a:endParaRPr>
          </a:p>
          <a:p>
            <a:pPr indent="0" lvl="0" marL="457200" rtl="0" algn="l">
              <a:lnSpc>
                <a:spcPct val="100000"/>
              </a:lnSpc>
              <a:spcBef>
                <a:spcPts val="0"/>
              </a:spcBef>
              <a:spcAft>
                <a:spcPts val="0"/>
              </a:spcAft>
              <a:buNone/>
            </a:pPr>
            <a:r>
              <a:t/>
            </a:r>
            <a:endParaRPr sz="2000">
              <a:solidFill>
                <a:schemeClr val="dk1"/>
              </a:solidFill>
              <a:latin typeface="Arial"/>
              <a:ea typeface="Arial"/>
              <a:cs typeface="Arial"/>
              <a:sym typeface="Arial"/>
            </a:endParaRPr>
          </a:p>
          <a:p>
            <a:pPr indent="-355600" lvl="0" marL="457200" rtl="0" algn="l">
              <a:lnSpc>
                <a:spcPct val="100000"/>
              </a:lnSpc>
              <a:spcBef>
                <a:spcPts val="0"/>
              </a:spcBef>
              <a:spcAft>
                <a:spcPts val="0"/>
              </a:spcAft>
              <a:buClr>
                <a:schemeClr val="dk1"/>
              </a:buClr>
              <a:buSzPts val="2000"/>
              <a:buFont typeface="Arial"/>
              <a:buChar char="●"/>
            </a:pPr>
            <a:r>
              <a:rPr lang="en-IN" sz="2000">
                <a:solidFill>
                  <a:schemeClr val="dk1"/>
                </a:solidFill>
                <a:latin typeface="Arial"/>
                <a:ea typeface="Arial"/>
                <a:cs typeface="Arial"/>
                <a:sym typeface="Arial"/>
              </a:rPr>
              <a:t>Drawing from an extensive literature survey encompassing textural feature extraction methods, CNN architectures, pretrained models, and unsupervised GAN-based approaches, this project aims to redefine pneumonia detection.</a:t>
            </a:r>
            <a:endParaRPr sz="2000">
              <a:solidFill>
                <a:schemeClr val="dk1"/>
              </a:solidFill>
              <a:latin typeface="Arial"/>
              <a:ea typeface="Arial"/>
              <a:cs typeface="Arial"/>
              <a:sym typeface="Arial"/>
            </a:endParaRPr>
          </a:p>
          <a:p>
            <a:pPr indent="0" lvl="0" marL="457200" rtl="0" algn="l">
              <a:lnSpc>
                <a:spcPct val="100000"/>
              </a:lnSpc>
              <a:spcBef>
                <a:spcPts val="0"/>
              </a:spcBef>
              <a:spcAft>
                <a:spcPts val="0"/>
              </a:spcAft>
              <a:buNone/>
            </a:pPr>
            <a:r>
              <a:t/>
            </a:r>
            <a:endParaRPr sz="2000">
              <a:solidFill>
                <a:schemeClr val="dk1"/>
              </a:solidFill>
              <a:latin typeface="Arial"/>
              <a:ea typeface="Arial"/>
              <a:cs typeface="Arial"/>
              <a:sym typeface="Arial"/>
            </a:endParaRPr>
          </a:p>
          <a:p>
            <a:pPr indent="-355600" lvl="0" marL="457200" rtl="0" algn="l">
              <a:lnSpc>
                <a:spcPct val="100000"/>
              </a:lnSpc>
              <a:spcBef>
                <a:spcPts val="0"/>
              </a:spcBef>
              <a:spcAft>
                <a:spcPts val="0"/>
              </a:spcAft>
              <a:buClr>
                <a:schemeClr val="dk1"/>
              </a:buClr>
              <a:buSzPts val="2000"/>
              <a:buFont typeface="Arial"/>
              <a:buChar char="●"/>
            </a:pPr>
            <a:r>
              <a:rPr lang="en-IN" sz="2000">
                <a:solidFill>
                  <a:schemeClr val="dk1"/>
                </a:solidFill>
                <a:latin typeface="Arial"/>
                <a:ea typeface="Arial"/>
                <a:cs typeface="Arial"/>
                <a:sym typeface="Arial"/>
              </a:rPr>
              <a:t>Our objectives revolve around integrating state-of-the-art deep learning methodologies with attention mechanisms and explainable AI to augment feature extraction accuracy from chest X-ray images while ensuring transparent diagnostic outcomes.</a:t>
            </a:r>
            <a:endParaRPr sz="2000">
              <a:solidFill>
                <a:schemeClr val="dk1"/>
              </a:solidFill>
              <a:latin typeface="Arial"/>
              <a:ea typeface="Arial"/>
              <a:cs typeface="Arial"/>
              <a:sym typeface="Arial"/>
            </a:endParaRPr>
          </a:p>
          <a:p>
            <a:pPr indent="0" lvl="0" marL="457200" rtl="0" algn="l">
              <a:lnSpc>
                <a:spcPct val="100000"/>
              </a:lnSpc>
              <a:spcBef>
                <a:spcPts val="0"/>
              </a:spcBef>
              <a:spcAft>
                <a:spcPts val="0"/>
              </a:spcAft>
              <a:buNone/>
            </a:pPr>
            <a:r>
              <a:t/>
            </a:r>
            <a:endParaRPr sz="2000">
              <a:solidFill>
                <a:schemeClr val="dk1"/>
              </a:solidFill>
              <a:latin typeface="Arial"/>
              <a:ea typeface="Arial"/>
              <a:cs typeface="Arial"/>
              <a:sym typeface="Arial"/>
            </a:endParaRPr>
          </a:p>
          <a:p>
            <a:pPr indent="-355600" lvl="0" marL="457200" rtl="0" algn="l">
              <a:lnSpc>
                <a:spcPct val="100000"/>
              </a:lnSpc>
              <a:spcBef>
                <a:spcPts val="0"/>
              </a:spcBef>
              <a:spcAft>
                <a:spcPts val="0"/>
              </a:spcAft>
              <a:buClr>
                <a:schemeClr val="dk1"/>
              </a:buClr>
              <a:buSzPts val="2000"/>
              <a:buFont typeface="Arial"/>
              <a:buChar char="●"/>
            </a:pPr>
            <a:r>
              <a:rPr lang="en-IN" sz="2000">
                <a:solidFill>
                  <a:schemeClr val="dk1"/>
                </a:solidFill>
                <a:latin typeface="Arial"/>
                <a:ea typeface="Arial"/>
                <a:cs typeface="Arial"/>
                <a:sym typeface="Arial"/>
              </a:rPr>
              <a:t>Validation and experimentation endeavors seek to validate these enhancements, demonstrating superior accuracy and fostering trust in clinical decision-making.</a:t>
            </a:r>
            <a:endParaRPr sz="20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415600" y="593367"/>
            <a:ext cx="11360700" cy="7635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IN"/>
              <a:t>Introduction</a:t>
            </a:r>
            <a:endParaRPr/>
          </a:p>
        </p:txBody>
      </p:sp>
      <p:sp>
        <p:nvSpPr>
          <p:cNvPr id="74" name="Google Shape;74;p16"/>
          <p:cNvSpPr txBox="1"/>
          <p:nvPr>
            <p:ph idx="1" type="body"/>
          </p:nvPr>
        </p:nvSpPr>
        <p:spPr>
          <a:xfrm>
            <a:off x="415600" y="1536625"/>
            <a:ext cx="7468500" cy="4555200"/>
          </a:xfrm>
          <a:prstGeom prst="rect">
            <a:avLst/>
          </a:prstGeom>
        </p:spPr>
        <p:txBody>
          <a:bodyPr anchorCtr="0" anchor="t" bIns="121900" lIns="121900" spcFirstLastPara="1" rIns="121900" wrap="square" tIns="121900">
            <a:normAutofit fontScale="47500" lnSpcReduction="20000"/>
          </a:bodyPr>
          <a:lstStyle/>
          <a:p>
            <a:pPr indent="0" lvl="0" marL="0" rtl="0" algn="l">
              <a:spcBef>
                <a:spcPts val="0"/>
              </a:spcBef>
              <a:spcAft>
                <a:spcPts val="0"/>
              </a:spcAft>
              <a:buNone/>
            </a:pPr>
            <a:r>
              <a:rPr b="1" lang="en-IN" sz="4200">
                <a:solidFill>
                  <a:schemeClr val="dk1"/>
                </a:solidFill>
              </a:rPr>
              <a:t>"Automatic Detection of Pneumonia using Deep Learning Techniques"</a:t>
            </a:r>
            <a:endParaRPr b="1" sz="4200">
              <a:solidFill>
                <a:schemeClr val="dk1"/>
              </a:solidFill>
            </a:endParaRPr>
          </a:p>
          <a:p>
            <a:pPr indent="0" lvl="0" marL="0" rtl="0" algn="l">
              <a:spcBef>
                <a:spcPts val="1600"/>
              </a:spcBef>
              <a:spcAft>
                <a:spcPts val="0"/>
              </a:spcAft>
              <a:buNone/>
            </a:pPr>
            <a:r>
              <a:rPr lang="en-IN" sz="3200">
                <a:solidFill>
                  <a:schemeClr val="dk1"/>
                </a:solidFill>
              </a:rPr>
              <a:t>Pneumonia remains a critical concern in healthcare, demanding accurate and transparent detection methodologies.</a:t>
            </a:r>
            <a:endParaRPr sz="3200">
              <a:solidFill>
                <a:schemeClr val="dk1"/>
              </a:solidFill>
            </a:endParaRPr>
          </a:p>
          <a:p>
            <a:pPr indent="0" lvl="0" marL="0" rtl="0" algn="l">
              <a:spcBef>
                <a:spcPts val="1600"/>
              </a:spcBef>
              <a:spcAft>
                <a:spcPts val="0"/>
              </a:spcAft>
              <a:buNone/>
            </a:pPr>
            <a:r>
              <a:rPr lang="en-IN" sz="3200">
                <a:solidFill>
                  <a:schemeClr val="dk1"/>
                </a:solidFill>
              </a:rPr>
              <a:t>Current pneumonia detection methods often </a:t>
            </a:r>
            <a:r>
              <a:rPr lang="en-IN" sz="3200" u="sng">
                <a:solidFill>
                  <a:schemeClr val="dk1"/>
                </a:solidFill>
              </a:rPr>
              <a:t>lack the necessary interpretability, </a:t>
            </a:r>
            <a:r>
              <a:rPr lang="en-IN" sz="3200">
                <a:solidFill>
                  <a:schemeClr val="dk1"/>
                </a:solidFill>
              </a:rPr>
              <a:t>hindering their integration into clinical practice and decision-making.</a:t>
            </a:r>
            <a:endParaRPr sz="3200">
              <a:solidFill>
                <a:schemeClr val="dk1"/>
              </a:solidFill>
            </a:endParaRPr>
          </a:p>
          <a:p>
            <a:pPr indent="0" lvl="0" marL="0" rtl="0" algn="l">
              <a:spcBef>
                <a:spcPts val="1600"/>
              </a:spcBef>
              <a:spcAft>
                <a:spcPts val="0"/>
              </a:spcAft>
              <a:buNone/>
            </a:pPr>
            <a:r>
              <a:rPr lang="en-IN" sz="3200">
                <a:solidFill>
                  <a:schemeClr val="dk1"/>
                </a:solidFill>
              </a:rPr>
              <a:t>By leveraging advanced technologies, our goal is to not only </a:t>
            </a:r>
            <a:r>
              <a:rPr lang="en-IN" sz="3200" u="sng">
                <a:solidFill>
                  <a:schemeClr val="dk1"/>
                </a:solidFill>
              </a:rPr>
              <a:t>enhance accuracy</a:t>
            </a:r>
            <a:r>
              <a:rPr lang="en-IN" sz="3200">
                <a:solidFill>
                  <a:schemeClr val="dk1"/>
                </a:solidFill>
              </a:rPr>
              <a:t> but also ensure </a:t>
            </a:r>
            <a:r>
              <a:rPr lang="en-IN" sz="3200" u="sng">
                <a:solidFill>
                  <a:schemeClr val="dk1"/>
                </a:solidFill>
              </a:rPr>
              <a:t>interpretability and transparency</a:t>
            </a:r>
            <a:r>
              <a:rPr lang="en-IN" sz="3200">
                <a:solidFill>
                  <a:schemeClr val="dk1"/>
                </a:solidFill>
              </a:rPr>
              <a:t> in diagnostic systems.</a:t>
            </a:r>
            <a:endParaRPr sz="3200">
              <a:solidFill>
                <a:schemeClr val="dk1"/>
              </a:solidFill>
            </a:endParaRPr>
          </a:p>
          <a:p>
            <a:pPr indent="0" lvl="0" marL="0" rtl="0" algn="l">
              <a:spcBef>
                <a:spcPts val="1600"/>
              </a:spcBef>
              <a:spcAft>
                <a:spcPts val="0"/>
              </a:spcAft>
              <a:buNone/>
            </a:pPr>
            <a:r>
              <a:rPr lang="en-IN" sz="3200">
                <a:solidFill>
                  <a:schemeClr val="dk1"/>
                </a:solidFill>
              </a:rPr>
              <a:t>Our project focuses on bridging this gap by infusing deep learning methodologies with attention mechanisms and explainable AI, ensuring not only high accuracy but also transparent and interpretable diagnostic outcomes.</a:t>
            </a:r>
            <a:endParaRPr sz="3200">
              <a:solidFill>
                <a:schemeClr val="dk1"/>
              </a:solidFill>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pic>
        <p:nvPicPr>
          <p:cNvPr id="75" name="Google Shape;75;p16"/>
          <p:cNvPicPr preferRelativeResize="0"/>
          <p:nvPr/>
        </p:nvPicPr>
        <p:blipFill>
          <a:blip r:embed="rId3">
            <a:alphaModFix/>
          </a:blip>
          <a:stretch>
            <a:fillRect/>
          </a:stretch>
        </p:blipFill>
        <p:spPr>
          <a:xfrm>
            <a:off x="8459175" y="463117"/>
            <a:ext cx="2590800" cy="2743200"/>
          </a:xfrm>
          <a:prstGeom prst="rect">
            <a:avLst/>
          </a:prstGeom>
          <a:noFill/>
          <a:ln>
            <a:noFill/>
          </a:ln>
        </p:spPr>
      </p:pic>
      <p:pic>
        <p:nvPicPr>
          <p:cNvPr id="76" name="Google Shape;76;p16"/>
          <p:cNvPicPr preferRelativeResize="0"/>
          <p:nvPr/>
        </p:nvPicPr>
        <p:blipFill>
          <a:blip r:embed="rId4">
            <a:alphaModFix/>
          </a:blip>
          <a:stretch>
            <a:fillRect/>
          </a:stretch>
        </p:blipFill>
        <p:spPr>
          <a:xfrm>
            <a:off x="8459175" y="3517217"/>
            <a:ext cx="2657475" cy="26860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415600" y="593367"/>
            <a:ext cx="11360700" cy="7635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b="1" lang="en-IN" sz="3000"/>
              <a:t>Problem Statement</a:t>
            </a:r>
            <a:endParaRPr b="1" sz="3000"/>
          </a:p>
          <a:p>
            <a:pPr indent="0" lvl="0" marL="0" rtl="0" algn="l">
              <a:spcBef>
                <a:spcPts val="0"/>
              </a:spcBef>
              <a:spcAft>
                <a:spcPts val="0"/>
              </a:spcAft>
              <a:buNone/>
            </a:pPr>
            <a:r>
              <a:t/>
            </a:r>
            <a:endParaRPr/>
          </a:p>
        </p:txBody>
      </p:sp>
      <p:sp>
        <p:nvSpPr>
          <p:cNvPr id="82" name="Google Shape;82;p17"/>
          <p:cNvSpPr txBox="1"/>
          <p:nvPr>
            <p:ph idx="1" type="body"/>
          </p:nvPr>
        </p:nvSpPr>
        <p:spPr>
          <a:xfrm>
            <a:off x="415600" y="1536633"/>
            <a:ext cx="11360700" cy="4555200"/>
          </a:xfrm>
          <a:prstGeom prst="rect">
            <a:avLst/>
          </a:prstGeom>
        </p:spPr>
        <p:txBody>
          <a:bodyPr anchorCtr="0" anchor="t" bIns="121900" lIns="121900" spcFirstLastPara="1" rIns="121900" wrap="square" tIns="121900">
            <a:normAutofit/>
          </a:bodyPr>
          <a:lstStyle/>
          <a:p>
            <a:pPr indent="0" lvl="0" marL="0" marR="0" rtl="0" algn="l">
              <a:lnSpc>
                <a:spcPct val="95000"/>
              </a:lnSpc>
              <a:spcBef>
                <a:spcPts val="0"/>
              </a:spcBef>
              <a:spcAft>
                <a:spcPts val="0"/>
              </a:spcAft>
              <a:buNone/>
            </a:pPr>
            <a:r>
              <a:rPr b="1" lang="en-IN">
                <a:solidFill>
                  <a:schemeClr val="dk1"/>
                </a:solidFill>
              </a:rPr>
              <a:t>Challenges:</a:t>
            </a:r>
            <a:endParaRPr b="1">
              <a:solidFill>
                <a:schemeClr val="dk1"/>
              </a:solidFill>
            </a:endParaRPr>
          </a:p>
          <a:p>
            <a:pPr indent="-381000" lvl="0" marL="457200" marR="0" rtl="0" algn="l">
              <a:lnSpc>
                <a:spcPct val="95000"/>
              </a:lnSpc>
              <a:spcBef>
                <a:spcPts val="0"/>
              </a:spcBef>
              <a:spcAft>
                <a:spcPts val="0"/>
              </a:spcAft>
              <a:buClr>
                <a:schemeClr val="dk1"/>
              </a:buClr>
              <a:buSzPts val="2400"/>
              <a:buChar char="●"/>
            </a:pPr>
            <a:r>
              <a:rPr lang="en-IN" sz="2400">
                <a:solidFill>
                  <a:schemeClr val="dk1"/>
                </a:solidFill>
              </a:rPr>
              <a:t>Traditional methods rely on manual interpretation.</a:t>
            </a:r>
            <a:endParaRPr sz="2400">
              <a:solidFill>
                <a:schemeClr val="dk1"/>
              </a:solidFill>
            </a:endParaRPr>
          </a:p>
          <a:p>
            <a:pPr indent="-381000" lvl="0" marL="457200" marR="0" rtl="0" algn="l">
              <a:lnSpc>
                <a:spcPct val="95000"/>
              </a:lnSpc>
              <a:spcBef>
                <a:spcPts val="0"/>
              </a:spcBef>
              <a:spcAft>
                <a:spcPts val="0"/>
              </a:spcAft>
              <a:buClr>
                <a:schemeClr val="dk1"/>
              </a:buClr>
              <a:buSzPts val="2400"/>
              <a:buChar char="●"/>
            </a:pPr>
            <a:r>
              <a:rPr lang="en-IN" sz="2400">
                <a:solidFill>
                  <a:schemeClr val="dk1"/>
                </a:solidFill>
              </a:rPr>
              <a:t>Prone to human error and variability.</a:t>
            </a:r>
            <a:endParaRPr sz="2400">
              <a:solidFill>
                <a:schemeClr val="dk1"/>
              </a:solidFill>
            </a:endParaRPr>
          </a:p>
          <a:p>
            <a:pPr indent="-381000" lvl="0" marL="457200" marR="0" rtl="0" algn="l">
              <a:lnSpc>
                <a:spcPct val="95000"/>
              </a:lnSpc>
              <a:spcBef>
                <a:spcPts val="0"/>
              </a:spcBef>
              <a:spcAft>
                <a:spcPts val="0"/>
              </a:spcAft>
              <a:buClr>
                <a:schemeClr val="dk1"/>
              </a:buClr>
              <a:buSzPts val="2400"/>
              <a:buChar char="●"/>
            </a:pPr>
            <a:r>
              <a:rPr lang="en-IN" sz="2400">
                <a:solidFill>
                  <a:schemeClr val="dk1"/>
                </a:solidFill>
              </a:rPr>
              <a:t>Need for automation and interpretability.</a:t>
            </a:r>
            <a:endParaRPr sz="2400">
              <a:solidFill>
                <a:schemeClr val="dk1"/>
              </a:solidFill>
            </a:endParaRPr>
          </a:p>
          <a:p>
            <a:pPr indent="0" lvl="0" marL="0" marR="0" rtl="0" algn="l">
              <a:lnSpc>
                <a:spcPct val="95000"/>
              </a:lnSpc>
              <a:spcBef>
                <a:spcPts val="0"/>
              </a:spcBef>
              <a:spcAft>
                <a:spcPts val="0"/>
              </a:spcAft>
              <a:buNone/>
            </a:pPr>
            <a:r>
              <a:t/>
            </a:r>
            <a:endParaRPr b="1">
              <a:solidFill>
                <a:schemeClr val="dk1"/>
              </a:solidFill>
            </a:endParaRPr>
          </a:p>
          <a:p>
            <a:pPr indent="0" lvl="0" marL="0" marR="0" rtl="0" algn="l">
              <a:lnSpc>
                <a:spcPct val="95000"/>
              </a:lnSpc>
              <a:spcBef>
                <a:spcPts val="0"/>
              </a:spcBef>
              <a:spcAft>
                <a:spcPts val="0"/>
              </a:spcAft>
              <a:buNone/>
            </a:pPr>
            <a:r>
              <a:t/>
            </a:r>
            <a:endParaRPr b="1">
              <a:solidFill>
                <a:schemeClr val="dk1"/>
              </a:solidFill>
            </a:endParaRPr>
          </a:p>
          <a:p>
            <a:pPr indent="0" lvl="0" marL="0" marR="0" rtl="0" algn="l">
              <a:lnSpc>
                <a:spcPct val="95000"/>
              </a:lnSpc>
              <a:spcBef>
                <a:spcPts val="0"/>
              </a:spcBef>
              <a:spcAft>
                <a:spcPts val="0"/>
              </a:spcAft>
              <a:buNone/>
            </a:pPr>
            <a:r>
              <a:rPr b="1" lang="en-IN">
                <a:solidFill>
                  <a:schemeClr val="dk1"/>
                </a:solidFill>
              </a:rPr>
              <a:t>Objective:</a:t>
            </a:r>
            <a:endParaRPr b="1">
              <a:solidFill>
                <a:schemeClr val="dk1"/>
              </a:solidFill>
            </a:endParaRPr>
          </a:p>
          <a:p>
            <a:pPr indent="-381000" lvl="0" marL="457200" marR="0" rtl="0" algn="l">
              <a:lnSpc>
                <a:spcPct val="95000"/>
              </a:lnSpc>
              <a:spcBef>
                <a:spcPts val="0"/>
              </a:spcBef>
              <a:spcAft>
                <a:spcPts val="0"/>
              </a:spcAft>
              <a:buClr>
                <a:schemeClr val="dk1"/>
              </a:buClr>
              <a:buSzPts val="2400"/>
              <a:buChar char="●"/>
            </a:pPr>
            <a:r>
              <a:rPr lang="en-IN" sz="2400">
                <a:solidFill>
                  <a:schemeClr val="dk1"/>
                </a:solidFill>
              </a:rPr>
              <a:t>Develop an automated, accurate, and interpretable diagnostic tool.</a:t>
            </a:r>
            <a:endParaRPr sz="2400">
              <a:solidFill>
                <a:schemeClr val="dk1"/>
              </a:solidFill>
            </a:endParaRPr>
          </a:p>
          <a:p>
            <a:pPr indent="0" lvl="0" marL="457200" rtl="0" algn="l">
              <a:lnSpc>
                <a:spcPct val="100000"/>
              </a:lnSpc>
              <a:spcBef>
                <a:spcPts val="0"/>
              </a:spcBef>
              <a:spcAft>
                <a:spcPts val="0"/>
              </a:spcAft>
              <a:buNone/>
            </a:pPr>
            <a:r>
              <a:t/>
            </a:r>
            <a:endParaRPr sz="2200">
              <a:solidFill>
                <a:schemeClr val="dk1"/>
              </a:solidFill>
            </a:endParaRPr>
          </a:p>
          <a:p>
            <a:pPr indent="0" lvl="0" marL="0" rtl="0" algn="l">
              <a:spcBef>
                <a:spcPts val="0"/>
              </a:spcBef>
              <a:spcAft>
                <a:spcPts val="16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415600" y="593367"/>
            <a:ext cx="11360700" cy="763500"/>
          </a:xfrm>
          <a:prstGeom prst="rect">
            <a:avLst/>
          </a:prstGeom>
        </p:spPr>
        <p:txBody>
          <a:bodyPr anchorCtr="0" anchor="t" bIns="121900" lIns="121900" spcFirstLastPara="1" rIns="121900" wrap="square" tIns="121900">
            <a:normAutofit fontScale="90000"/>
          </a:bodyPr>
          <a:lstStyle/>
          <a:p>
            <a:pPr indent="0" lvl="0" marL="0" rtl="0" algn="l">
              <a:lnSpc>
                <a:spcPct val="160000"/>
              </a:lnSpc>
              <a:spcBef>
                <a:spcPts val="1400"/>
              </a:spcBef>
              <a:spcAft>
                <a:spcPts val="400"/>
              </a:spcAft>
              <a:buNone/>
            </a:pPr>
            <a:r>
              <a:rPr b="1" lang="en-IN" sz="3000"/>
              <a:t>Literature Review</a:t>
            </a:r>
            <a:endParaRPr/>
          </a:p>
        </p:txBody>
      </p:sp>
      <p:sp>
        <p:nvSpPr>
          <p:cNvPr id="88" name="Google Shape;88;p18"/>
          <p:cNvSpPr txBox="1"/>
          <p:nvPr>
            <p:ph idx="1" type="body"/>
          </p:nvPr>
        </p:nvSpPr>
        <p:spPr>
          <a:xfrm>
            <a:off x="415600" y="1536633"/>
            <a:ext cx="11360700" cy="4555200"/>
          </a:xfrm>
          <a:prstGeom prst="rect">
            <a:avLst/>
          </a:prstGeom>
        </p:spPr>
        <p:txBody>
          <a:bodyPr anchorCtr="0" anchor="t" bIns="121900" lIns="121900" spcFirstLastPara="1" rIns="121900" wrap="square" tIns="121900">
            <a:normAutofit/>
          </a:bodyPr>
          <a:lstStyle/>
          <a:p>
            <a:pPr indent="0" lvl="0" marL="0" rtl="0" algn="l">
              <a:spcBef>
                <a:spcPts val="0"/>
              </a:spcBef>
              <a:spcAft>
                <a:spcPts val="1600"/>
              </a:spcAft>
              <a:buNone/>
            </a:pPr>
            <a:r>
              <a:t/>
            </a:r>
            <a:endParaRPr/>
          </a:p>
        </p:txBody>
      </p:sp>
      <p:pic>
        <p:nvPicPr>
          <p:cNvPr id="89" name="Google Shape;89;p18"/>
          <p:cNvPicPr preferRelativeResize="0"/>
          <p:nvPr/>
        </p:nvPicPr>
        <p:blipFill>
          <a:blip r:embed="rId3">
            <a:alphaModFix/>
          </a:blip>
          <a:stretch>
            <a:fillRect/>
          </a:stretch>
        </p:blipFill>
        <p:spPr>
          <a:xfrm>
            <a:off x="415600" y="1536626"/>
            <a:ext cx="9864637" cy="4555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415600" y="593367"/>
            <a:ext cx="11360700" cy="763500"/>
          </a:xfrm>
          <a:prstGeom prst="rect">
            <a:avLst/>
          </a:prstGeom>
        </p:spPr>
        <p:txBody>
          <a:bodyPr anchorCtr="0" anchor="t" bIns="121900" lIns="121900" spcFirstLastPara="1" rIns="121900" wrap="square" tIns="121900">
            <a:normAutofit fontScale="90000"/>
          </a:bodyPr>
          <a:lstStyle/>
          <a:p>
            <a:pPr indent="0" lvl="0" marL="0" rtl="0" algn="l">
              <a:lnSpc>
                <a:spcPct val="160000"/>
              </a:lnSpc>
              <a:spcBef>
                <a:spcPts val="1400"/>
              </a:spcBef>
              <a:spcAft>
                <a:spcPts val="400"/>
              </a:spcAft>
              <a:buNone/>
            </a:pPr>
            <a:r>
              <a:rPr b="1" lang="en-IN" sz="3000"/>
              <a:t>Literature Review</a:t>
            </a:r>
            <a:endParaRPr/>
          </a:p>
        </p:txBody>
      </p:sp>
      <p:sp>
        <p:nvSpPr>
          <p:cNvPr id="95" name="Google Shape;95;p19"/>
          <p:cNvSpPr txBox="1"/>
          <p:nvPr>
            <p:ph idx="1" type="body"/>
          </p:nvPr>
        </p:nvSpPr>
        <p:spPr>
          <a:xfrm>
            <a:off x="415600" y="1536633"/>
            <a:ext cx="11360700" cy="4555200"/>
          </a:xfrm>
          <a:prstGeom prst="rect">
            <a:avLst/>
          </a:prstGeom>
        </p:spPr>
        <p:txBody>
          <a:bodyPr anchorCtr="0" anchor="t" bIns="121900" lIns="121900" spcFirstLastPara="1" rIns="121900" wrap="square" tIns="121900">
            <a:normAutofit/>
          </a:bodyPr>
          <a:lstStyle/>
          <a:p>
            <a:pPr indent="0" lvl="0" marL="0" rtl="0" algn="l">
              <a:spcBef>
                <a:spcPts val="0"/>
              </a:spcBef>
              <a:spcAft>
                <a:spcPts val="1600"/>
              </a:spcAft>
              <a:buNone/>
            </a:pPr>
            <a:r>
              <a:t/>
            </a:r>
            <a:endParaRPr/>
          </a:p>
        </p:txBody>
      </p:sp>
      <p:pic>
        <p:nvPicPr>
          <p:cNvPr id="96" name="Google Shape;96;p19"/>
          <p:cNvPicPr preferRelativeResize="0"/>
          <p:nvPr/>
        </p:nvPicPr>
        <p:blipFill>
          <a:blip r:embed="rId3">
            <a:alphaModFix/>
          </a:blip>
          <a:stretch>
            <a:fillRect/>
          </a:stretch>
        </p:blipFill>
        <p:spPr>
          <a:xfrm>
            <a:off x="476200" y="1536626"/>
            <a:ext cx="10314052" cy="4555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415600" y="593367"/>
            <a:ext cx="11360700" cy="763500"/>
          </a:xfrm>
          <a:prstGeom prst="rect">
            <a:avLst/>
          </a:prstGeom>
        </p:spPr>
        <p:txBody>
          <a:bodyPr anchorCtr="0" anchor="t" bIns="121900" lIns="121900" spcFirstLastPara="1" rIns="121900" wrap="square" tIns="121900">
            <a:normAutofit fontScale="90000"/>
          </a:bodyPr>
          <a:lstStyle/>
          <a:p>
            <a:pPr indent="0" lvl="0" marL="0" rtl="0" algn="l">
              <a:lnSpc>
                <a:spcPct val="160000"/>
              </a:lnSpc>
              <a:spcBef>
                <a:spcPts val="1400"/>
              </a:spcBef>
              <a:spcAft>
                <a:spcPts val="400"/>
              </a:spcAft>
              <a:buNone/>
            </a:pPr>
            <a:r>
              <a:rPr b="1" lang="en-IN" sz="3000"/>
              <a:t>Literature Review</a:t>
            </a:r>
            <a:endParaRPr/>
          </a:p>
        </p:txBody>
      </p:sp>
      <p:sp>
        <p:nvSpPr>
          <p:cNvPr id="102" name="Google Shape;102;p20"/>
          <p:cNvSpPr txBox="1"/>
          <p:nvPr>
            <p:ph idx="1" type="body"/>
          </p:nvPr>
        </p:nvSpPr>
        <p:spPr>
          <a:xfrm>
            <a:off x="415600" y="1536633"/>
            <a:ext cx="11360700" cy="4555200"/>
          </a:xfrm>
          <a:prstGeom prst="rect">
            <a:avLst/>
          </a:prstGeom>
        </p:spPr>
        <p:txBody>
          <a:bodyPr anchorCtr="0" anchor="t" bIns="121900" lIns="121900" spcFirstLastPara="1" rIns="121900" wrap="square" tIns="121900">
            <a:normAutofit/>
          </a:bodyPr>
          <a:lstStyle/>
          <a:p>
            <a:pPr indent="0" lvl="0" marL="0" rtl="0" algn="l">
              <a:spcBef>
                <a:spcPts val="0"/>
              </a:spcBef>
              <a:spcAft>
                <a:spcPts val="1600"/>
              </a:spcAft>
              <a:buNone/>
            </a:pPr>
            <a:r>
              <a:t/>
            </a:r>
            <a:endParaRPr/>
          </a:p>
        </p:txBody>
      </p:sp>
      <p:pic>
        <p:nvPicPr>
          <p:cNvPr id="103" name="Google Shape;103;p20"/>
          <p:cNvPicPr preferRelativeResize="0"/>
          <p:nvPr/>
        </p:nvPicPr>
        <p:blipFill>
          <a:blip r:embed="rId3">
            <a:alphaModFix/>
          </a:blip>
          <a:stretch>
            <a:fillRect/>
          </a:stretch>
        </p:blipFill>
        <p:spPr>
          <a:xfrm>
            <a:off x="415601" y="1536626"/>
            <a:ext cx="10046800" cy="44774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p>
            <a:pPr indent="0" lvl="0" marL="0" rtl="0" algn="l">
              <a:lnSpc>
                <a:spcPct val="160000"/>
              </a:lnSpc>
              <a:spcBef>
                <a:spcPts val="1400"/>
              </a:spcBef>
              <a:spcAft>
                <a:spcPts val="400"/>
              </a:spcAft>
              <a:buNone/>
            </a:pPr>
            <a:r>
              <a:rPr b="1" lang="en-IN" sz="3000"/>
              <a:t>Literature Review</a:t>
            </a:r>
            <a:endParaRPr sz="2950">
              <a:solidFill>
                <a:srgbClr val="ECECEC"/>
              </a:solidFill>
              <a:highlight>
                <a:schemeClr val="lt1"/>
              </a:highlight>
              <a:latin typeface="Roboto"/>
              <a:ea typeface="Roboto"/>
              <a:cs typeface="Roboto"/>
              <a:sym typeface="Roboto"/>
            </a:endParaRPr>
          </a:p>
        </p:txBody>
      </p:sp>
      <p:sp>
        <p:nvSpPr>
          <p:cNvPr id="109" name="Google Shape;109;p21"/>
          <p:cNvSpPr txBox="1"/>
          <p:nvPr>
            <p:ph idx="1" type="body"/>
          </p:nvPr>
        </p:nvSpPr>
        <p:spPr>
          <a:xfrm>
            <a:off x="415600" y="1536633"/>
            <a:ext cx="11360700" cy="4555200"/>
          </a:xfrm>
          <a:prstGeom prst="rect">
            <a:avLst/>
          </a:prstGeom>
        </p:spPr>
        <p:txBody>
          <a:bodyPr anchorCtr="0" anchor="t" bIns="121900" lIns="121900" spcFirstLastPara="1" rIns="121900" wrap="square" tIns="121900">
            <a:normAutofit/>
          </a:bodyPr>
          <a:lstStyle/>
          <a:p>
            <a:pPr indent="0" lvl="0" marL="0" marR="0" rtl="0" algn="l">
              <a:lnSpc>
                <a:spcPct val="95000"/>
              </a:lnSpc>
              <a:spcBef>
                <a:spcPts val="0"/>
              </a:spcBef>
              <a:spcAft>
                <a:spcPts val="0"/>
              </a:spcAft>
              <a:buNone/>
            </a:pPr>
            <a:r>
              <a:t/>
            </a:r>
            <a:endParaRPr b="1" sz="2000">
              <a:solidFill>
                <a:schemeClr val="dk1"/>
              </a:solidFill>
            </a:endParaRPr>
          </a:p>
          <a:p>
            <a:pPr indent="0" lvl="0" marL="0" marR="0" rtl="0" algn="l">
              <a:lnSpc>
                <a:spcPct val="95000"/>
              </a:lnSpc>
              <a:spcBef>
                <a:spcPts val="0"/>
              </a:spcBef>
              <a:spcAft>
                <a:spcPts val="0"/>
              </a:spcAft>
              <a:buNone/>
            </a:pPr>
            <a:r>
              <a:rPr b="1" lang="en-IN">
                <a:solidFill>
                  <a:schemeClr val="dk1"/>
                </a:solidFill>
              </a:rPr>
              <a:t>Existing Systems:</a:t>
            </a:r>
            <a:endParaRPr b="1">
              <a:solidFill>
                <a:schemeClr val="dk1"/>
              </a:solidFill>
            </a:endParaRPr>
          </a:p>
          <a:p>
            <a:pPr indent="-355600" lvl="0" marL="457200" marR="0" rtl="0" algn="l">
              <a:lnSpc>
                <a:spcPct val="95000"/>
              </a:lnSpc>
              <a:spcBef>
                <a:spcPts val="0"/>
              </a:spcBef>
              <a:spcAft>
                <a:spcPts val="0"/>
              </a:spcAft>
              <a:buClr>
                <a:schemeClr val="dk1"/>
              </a:buClr>
              <a:buSzPts val="2000"/>
              <a:buChar char="●"/>
            </a:pPr>
            <a:r>
              <a:rPr lang="en-IN" sz="2000">
                <a:solidFill>
                  <a:schemeClr val="dk1"/>
                </a:solidFill>
              </a:rPr>
              <a:t>Manual interpretation by radiologists.</a:t>
            </a:r>
            <a:endParaRPr sz="2000">
              <a:solidFill>
                <a:schemeClr val="dk1"/>
              </a:solidFill>
            </a:endParaRPr>
          </a:p>
          <a:p>
            <a:pPr indent="-355600" lvl="0" marL="457200" marR="0" rtl="0" algn="l">
              <a:lnSpc>
                <a:spcPct val="95000"/>
              </a:lnSpc>
              <a:spcBef>
                <a:spcPts val="0"/>
              </a:spcBef>
              <a:spcAft>
                <a:spcPts val="0"/>
              </a:spcAft>
              <a:buClr>
                <a:schemeClr val="dk1"/>
              </a:buClr>
              <a:buSzPts val="2000"/>
              <a:buChar char="●"/>
            </a:pPr>
            <a:r>
              <a:rPr lang="en-IN" sz="2000">
                <a:solidFill>
                  <a:schemeClr val="dk1"/>
                </a:solidFill>
              </a:rPr>
              <a:t>Early computer-aided detection (CAD) systems.</a:t>
            </a:r>
            <a:endParaRPr sz="2000">
              <a:solidFill>
                <a:schemeClr val="dk1"/>
              </a:solidFill>
            </a:endParaRPr>
          </a:p>
          <a:p>
            <a:pPr indent="-355600" lvl="0" marL="457200" marR="0" rtl="0" algn="l">
              <a:lnSpc>
                <a:spcPct val="95000"/>
              </a:lnSpc>
              <a:spcBef>
                <a:spcPts val="0"/>
              </a:spcBef>
              <a:spcAft>
                <a:spcPts val="0"/>
              </a:spcAft>
              <a:buClr>
                <a:schemeClr val="dk1"/>
              </a:buClr>
              <a:buSzPts val="2000"/>
              <a:buChar char="●"/>
            </a:pPr>
            <a:r>
              <a:rPr lang="en-IN" sz="2000">
                <a:solidFill>
                  <a:schemeClr val="dk1"/>
                </a:solidFill>
              </a:rPr>
              <a:t>Modern deep learning-based approaches.</a:t>
            </a:r>
            <a:endParaRPr sz="2000">
              <a:solidFill>
                <a:schemeClr val="dk1"/>
              </a:solidFill>
            </a:endParaRPr>
          </a:p>
          <a:p>
            <a:pPr indent="0" lvl="0" marL="0" marR="0" rtl="0" algn="l">
              <a:lnSpc>
                <a:spcPct val="95000"/>
              </a:lnSpc>
              <a:spcBef>
                <a:spcPts val="0"/>
              </a:spcBef>
              <a:spcAft>
                <a:spcPts val="0"/>
              </a:spcAft>
              <a:buNone/>
            </a:pPr>
            <a:r>
              <a:t/>
            </a:r>
            <a:endParaRPr b="1" sz="2000">
              <a:solidFill>
                <a:schemeClr val="dk1"/>
              </a:solidFill>
            </a:endParaRPr>
          </a:p>
          <a:p>
            <a:pPr indent="0" lvl="0" marL="0" marR="0" rtl="0" algn="l">
              <a:lnSpc>
                <a:spcPct val="95000"/>
              </a:lnSpc>
              <a:spcBef>
                <a:spcPts val="0"/>
              </a:spcBef>
              <a:spcAft>
                <a:spcPts val="0"/>
              </a:spcAft>
              <a:buNone/>
            </a:pPr>
            <a:r>
              <a:t/>
            </a:r>
            <a:endParaRPr b="1" sz="2000">
              <a:solidFill>
                <a:schemeClr val="dk1"/>
              </a:solidFill>
            </a:endParaRPr>
          </a:p>
          <a:p>
            <a:pPr indent="0" lvl="0" marL="0" marR="0" rtl="0" algn="l">
              <a:lnSpc>
                <a:spcPct val="95000"/>
              </a:lnSpc>
              <a:spcBef>
                <a:spcPts val="0"/>
              </a:spcBef>
              <a:spcAft>
                <a:spcPts val="0"/>
              </a:spcAft>
              <a:buNone/>
            </a:pPr>
            <a:r>
              <a:rPr b="1" lang="en-IN">
                <a:solidFill>
                  <a:schemeClr val="dk1"/>
                </a:solidFill>
              </a:rPr>
              <a:t>Limitations:</a:t>
            </a:r>
            <a:endParaRPr b="1">
              <a:solidFill>
                <a:schemeClr val="dk1"/>
              </a:solidFill>
            </a:endParaRPr>
          </a:p>
          <a:p>
            <a:pPr indent="-355600" lvl="0" marL="457200" marR="0" rtl="0" algn="l">
              <a:lnSpc>
                <a:spcPct val="95000"/>
              </a:lnSpc>
              <a:spcBef>
                <a:spcPts val="0"/>
              </a:spcBef>
              <a:spcAft>
                <a:spcPts val="0"/>
              </a:spcAft>
              <a:buClr>
                <a:schemeClr val="dk1"/>
              </a:buClr>
              <a:buSzPts val="2000"/>
              <a:buChar char="●"/>
            </a:pPr>
            <a:r>
              <a:rPr lang="en-IN" sz="2000">
                <a:solidFill>
                  <a:schemeClr val="dk1"/>
                </a:solidFill>
              </a:rPr>
              <a:t>Lack of transparency in decision-making.</a:t>
            </a:r>
            <a:endParaRPr sz="2000">
              <a:solidFill>
                <a:schemeClr val="dk1"/>
              </a:solidFill>
            </a:endParaRPr>
          </a:p>
          <a:p>
            <a:pPr indent="-355600" lvl="0" marL="457200" marR="0" rtl="0" algn="l">
              <a:lnSpc>
                <a:spcPct val="95000"/>
              </a:lnSpc>
              <a:spcBef>
                <a:spcPts val="0"/>
              </a:spcBef>
              <a:spcAft>
                <a:spcPts val="0"/>
              </a:spcAft>
              <a:buClr>
                <a:schemeClr val="dk1"/>
              </a:buClr>
              <a:buSzPts val="2000"/>
              <a:buChar char="●"/>
            </a:pPr>
            <a:r>
              <a:rPr lang="en-IN" sz="2000">
                <a:solidFill>
                  <a:schemeClr val="dk1"/>
                </a:solidFill>
              </a:rPr>
              <a:t>Inconsistent accuracy across different datasets.</a:t>
            </a:r>
            <a:endParaRPr sz="2000">
              <a:solidFill>
                <a:schemeClr val="dk1"/>
              </a:solidFill>
            </a:endParaRPr>
          </a:p>
          <a:p>
            <a:pPr indent="-355600" lvl="0" marL="457200" marR="0" rtl="0" algn="l">
              <a:lnSpc>
                <a:spcPct val="95000"/>
              </a:lnSpc>
              <a:spcBef>
                <a:spcPts val="0"/>
              </a:spcBef>
              <a:spcAft>
                <a:spcPts val="0"/>
              </a:spcAft>
              <a:buClr>
                <a:schemeClr val="dk1"/>
              </a:buClr>
              <a:buSzPts val="2000"/>
              <a:buChar char="●"/>
            </a:pPr>
            <a:r>
              <a:rPr lang="en-IN" sz="2000">
                <a:solidFill>
                  <a:schemeClr val="dk1"/>
                </a:solidFill>
              </a:rPr>
              <a:t>Limited interpretability of results.</a:t>
            </a:r>
            <a:endParaRPr sz="2000">
              <a:solidFill>
                <a:schemeClr val="dk1"/>
              </a:solidFill>
            </a:endParaRPr>
          </a:p>
          <a:p>
            <a:pPr indent="0" lvl="0" marL="0" rtl="0" algn="l">
              <a:spcBef>
                <a:spcPts val="0"/>
              </a:spcBef>
              <a:spcAft>
                <a:spcPts val="16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type="title"/>
          </p:nvPr>
        </p:nvSpPr>
        <p:spPr>
          <a:xfrm>
            <a:off x="415600" y="593367"/>
            <a:ext cx="11360700" cy="7635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IN"/>
              <a:t>Software Development Process	</a:t>
            </a:r>
            <a:endParaRPr/>
          </a:p>
        </p:txBody>
      </p:sp>
      <p:sp>
        <p:nvSpPr>
          <p:cNvPr id="115" name="Google Shape;115;p22"/>
          <p:cNvSpPr txBox="1"/>
          <p:nvPr>
            <p:ph idx="1" type="body"/>
          </p:nvPr>
        </p:nvSpPr>
        <p:spPr>
          <a:xfrm>
            <a:off x="415600" y="1536633"/>
            <a:ext cx="11360700" cy="4555200"/>
          </a:xfrm>
          <a:prstGeom prst="rect">
            <a:avLst/>
          </a:prstGeom>
        </p:spPr>
        <p:txBody>
          <a:bodyPr anchorCtr="0" anchor="t" bIns="121900" lIns="121900" spcFirstLastPara="1" rIns="121900" wrap="square" tIns="121900">
            <a:normAutofit lnSpcReduction="10000"/>
          </a:bodyPr>
          <a:lstStyle/>
          <a:p>
            <a:pPr indent="-381000" lvl="0" marL="457200" rtl="0" algn="l">
              <a:spcBef>
                <a:spcPts val="0"/>
              </a:spcBef>
              <a:spcAft>
                <a:spcPts val="0"/>
              </a:spcAft>
              <a:buClr>
                <a:schemeClr val="dk1"/>
              </a:buClr>
              <a:buSzPts val="2400"/>
              <a:buChar char="●"/>
            </a:pPr>
            <a:r>
              <a:rPr lang="en-IN">
                <a:solidFill>
                  <a:schemeClr val="dk1"/>
                </a:solidFill>
              </a:rPr>
              <a:t>Research</a:t>
            </a:r>
            <a:endParaRPr>
              <a:solidFill>
                <a:schemeClr val="dk1"/>
              </a:solidFill>
            </a:endParaRPr>
          </a:p>
          <a:p>
            <a:pPr indent="-381000" lvl="0" marL="457200" rtl="0" algn="l">
              <a:spcBef>
                <a:spcPts val="0"/>
              </a:spcBef>
              <a:spcAft>
                <a:spcPts val="0"/>
              </a:spcAft>
              <a:buClr>
                <a:schemeClr val="dk1"/>
              </a:buClr>
              <a:buSzPts val="2400"/>
              <a:buChar char="●"/>
            </a:pPr>
            <a:r>
              <a:rPr lang="en-IN">
                <a:solidFill>
                  <a:schemeClr val="dk1"/>
                </a:solidFill>
              </a:rPr>
              <a:t>Finding the </a:t>
            </a:r>
            <a:r>
              <a:rPr lang="en-IN">
                <a:solidFill>
                  <a:schemeClr val="dk1"/>
                </a:solidFill>
              </a:rPr>
              <a:t>correct</a:t>
            </a:r>
            <a:r>
              <a:rPr lang="en-IN">
                <a:solidFill>
                  <a:schemeClr val="dk1"/>
                </a:solidFill>
              </a:rPr>
              <a:t> approach</a:t>
            </a:r>
            <a:endParaRPr>
              <a:solidFill>
                <a:schemeClr val="dk1"/>
              </a:solidFill>
            </a:endParaRPr>
          </a:p>
          <a:p>
            <a:pPr indent="-381000" lvl="0" marL="457200" rtl="0" algn="l">
              <a:spcBef>
                <a:spcPts val="0"/>
              </a:spcBef>
              <a:spcAft>
                <a:spcPts val="0"/>
              </a:spcAft>
              <a:buClr>
                <a:schemeClr val="dk1"/>
              </a:buClr>
              <a:buSzPts val="2400"/>
              <a:buChar char="●"/>
            </a:pPr>
            <a:r>
              <a:rPr lang="en-IN">
                <a:solidFill>
                  <a:schemeClr val="dk1"/>
                </a:solidFill>
              </a:rPr>
              <a:t>Architecture and Design selection</a:t>
            </a:r>
            <a:endParaRPr>
              <a:solidFill>
                <a:schemeClr val="dk1"/>
              </a:solidFill>
            </a:endParaRPr>
          </a:p>
          <a:p>
            <a:pPr indent="-381000" lvl="0" marL="457200" rtl="0" algn="l">
              <a:spcBef>
                <a:spcPts val="0"/>
              </a:spcBef>
              <a:spcAft>
                <a:spcPts val="0"/>
              </a:spcAft>
              <a:buClr>
                <a:schemeClr val="dk1"/>
              </a:buClr>
              <a:buSzPts val="2400"/>
              <a:buChar char="●"/>
            </a:pPr>
            <a:r>
              <a:rPr lang="en-IN">
                <a:solidFill>
                  <a:schemeClr val="dk1"/>
                </a:solidFill>
              </a:rPr>
              <a:t>Data Collection</a:t>
            </a:r>
            <a:endParaRPr>
              <a:solidFill>
                <a:schemeClr val="dk1"/>
              </a:solidFill>
            </a:endParaRPr>
          </a:p>
          <a:p>
            <a:pPr indent="-381000" lvl="0" marL="457200" rtl="0" algn="l">
              <a:spcBef>
                <a:spcPts val="0"/>
              </a:spcBef>
              <a:spcAft>
                <a:spcPts val="0"/>
              </a:spcAft>
              <a:buClr>
                <a:schemeClr val="dk1"/>
              </a:buClr>
              <a:buSzPts val="2400"/>
              <a:buChar char="●"/>
            </a:pPr>
            <a:r>
              <a:rPr lang="en-IN">
                <a:solidFill>
                  <a:schemeClr val="dk1"/>
                </a:solidFill>
              </a:rPr>
              <a:t>Image Preprocessing</a:t>
            </a:r>
            <a:endParaRPr>
              <a:solidFill>
                <a:schemeClr val="dk1"/>
              </a:solidFill>
            </a:endParaRPr>
          </a:p>
          <a:p>
            <a:pPr indent="-381000" lvl="0" marL="457200" rtl="0" algn="l">
              <a:spcBef>
                <a:spcPts val="0"/>
              </a:spcBef>
              <a:spcAft>
                <a:spcPts val="0"/>
              </a:spcAft>
              <a:buClr>
                <a:schemeClr val="dk1"/>
              </a:buClr>
              <a:buSzPts val="2400"/>
              <a:buChar char="●"/>
            </a:pPr>
            <a:r>
              <a:rPr lang="en-IN">
                <a:solidFill>
                  <a:schemeClr val="dk1"/>
                </a:solidFill>
              </a:rPr>
              <a:t>Model Selection</a:t>
            </a:r>
            <a:endParaRPr>
              <a:solidFill>
                <a:schemeClr val="dk1"/>
              </a:solidFill>
            </a:endParaRPr>
          </a:p>
          <a:p>
            <a:pPr indent="-381000" lvl="0" marL="457200" rtl="0" algn="l">
              <a:spcBef>
                <a:spcPts val="0"/>
              </a:spcBef>
              <a:spcAft>
                <a:spcPts val="0"/>
              </a:spcAft>
              <a:buClr>
                <a:schemeClr val="dk1"/>
              </a:buClr>
              <a:buSzPts val="2400"/>
              <a:buChar char="●"/>
            </a:pPr>
            <a:r>
              <a:rPr lang="en-IN">
                <a:solidFill>
                  <a:schemeClr val="dk1"/>
                </a:solidFill>
              </a:rPr>
              <a:t>Model Training</a:t>
            </a:r>
            <a:endParaRPr>
              <a:solidFill>
                <a:schemeClr val="dk1"/>
              </a:solidFill>
            </a:endParaRPr>
          </a:p>
          <a:p>
            <a:pPr indent="-381000" lvl="0" marL="457200" rtl="0" algn="l">
              <a:spcBef>
                <a:spcPts val="0"/>
              </a:spcBef>
              <a:spcAft>
                <a:spcPts val="0"/>
              </a:spcAft>
              <a:buClr>
                <a:schemeClr val="dk1"/>
              </a:buClr>
              <a:buSzPts val="2400"/>
              <a:buChar char="●"/>
            </a:pPr>
            <a:r>
              <a:rPr lang="en-IN">
                <a:solidFill>
                  <a:schemeClr val="dk1"/>
                </a:solidFill>
              </a:rPr>
              <a:t>Hyperparameter Tuning and Optimization</a:t>
            </a:r>
            <a:endParaRPr>
              <a:solidFill>
                <a:schemeClr val="dk1"/>
              </a:solidFill>
            </a:endParaRPr>
          </a:p>
          <a:p>
            <a:pPr indent="-381000" lvl="0" marL="457200" rtl="0" algn="l">
              <a:spcBef>
                <a:spcPts val="0"/>
              </a:spcBef>
              <a:spcAft>
                <a:spcPts val="0"/>
              </a:spcAft>
              <a:buClr>
                <a:schemeClr val="dk1"/>
              </a:buClr>
              <a:buSzPts val="2400"/>
              <a:buChar char="●"/>
            </a:pPr>
            <a:r>
              <a:rPr lang="en-IN">
                <a:solidFill>
                  <a:schemeClr val="dk1"/>
                </a:solidFill>
              </a:rPr>
              <a:t>Testing and Validation</a:t>
            </a:r>
            <a:endParaRPr>
              <a:solidFill>
                <a:schemeClr val="dk1"/>
              </a:solidFill>
            </a:endParaRPr>
          </a:p>
          <a:p>
            <a:pPr indent="-381000" lvl="0" marL="457200" rtl="0" algn="l">
              <a:spcBef>
                <a:spcPts val="0"/>
              </a:spcBef>
              <a:spcAft>
                <a:spcPts val="0"/>
              </a:spcAft>
              <a:buClr>
                <a:schemeClr val="dk1"/>
              </a:buClr>
              <a:buSzPts val="2400"/>
              <a:buChar char="●"/>
            </a:pPr>
            <a:r>
              <a:rPr lang="en-IN">
                <a:solidFill>
                  <a:schemeClr val="dk1"/>
                </a:solidFill>
              </a:rPr>
              <a:t>Analysis</a:t>
            </a:r>
            <a:endParaRPr>
              <a:solidFill>
                <a:schemeClr val="dk1"/>
              </a:solidFill>
            </a:endParaRPr>
          </a:p>
          <a:p>
            <a:pPr indent="-381000" lvl="0" marL="457200" rtl="0" algn="l">
              <a:spcBef>
                <a:spcPts val="0"/>
              </a:spcBef>
              <a:spcAft>
                <a:spcPts val="0"/>
              </a:spcAft>
              <a:buClr>
                <a:schemeClr val="dk1"/>
              </a:buClr>
              <a:buSzPts val="2400"/>
              <a:buChar char="●"/>
            </a:pPr>
            <a:r>
              <a:rPr lang="en-IN">
                <a:solidFill>
                  <a:schemeClr val="dk1"/>
                </a:solidFill>
              </a:rPr>
              <a:t>Deployment</a:t>
            </a:r>
            <a:endParaRPr>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type="title"/>
          </p:nvPr>
        </p:nvSpPr>
        <p:spPr>
          <a:xfrm>
            <a:off x="415600" y="593367"/>
            <a:ext cx="11360700" cy="7635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IN"/>
              <a:t>Data Collection and Preprocessing</a:t>
            </a:r>
            <a:endParaRPr/>
          </a:p>
        </p:txBody>
      </p:sp>
      <p:sp>
        <p:nvSpPr>
          <p:cNvPr id="121" name="Google Shape;121;p23"/>
          <p:cNvSpPr txBox="1"/>
          <p:nvPr>
            <p:ph idx="1" type="body"/>
          </p:nvPr>
        </p:nvSpPr>
        <p:spPr>
          <a:xfrm>
            <a:off x="415600" y="1536633"/>
            <a:ext cx="11360700" cy="4555200"/>
          </a:xfrm>
          <a:prstGeom prst="rect">
            <a:avLst/>
          </a:prstGeom>
        </p:spPr>
        <p:txBody>
          <a:bodyPr anchorCtr="0" anchor="t" bIns="121900" lIns="121900" spcFirstLastPara="1" rIns="121900" wrap="square" tIns="121900">
            <a:normAutofit/>
          </a:bodyPr>
          <a:lstStyle/>
          <a:p>
            <a:pPr indent="0" lvl="0" marL="0" marR="0" rtl="0" algn="l">
              <a:lnSpc>
                <a:spcPct val="95000"/>
              </a:lnSpc>
              <a:spcBef>
                <a:spcPts val="0"/>
              </a:spcBef>
              <a:spcAft>
                <a:spcPts val="0"/>
              </a:spcAft>
              <a:buNone/>
            </a:pPr>
            <a:r>
              <a:rPr b="1" lang="en-IN">
                <a:solidFill>
                  <a:schemeClr val="dk1"/>
                </a:solidFill>
              </a:rPr>
              <a:t>Dataset:</a:t>
            </a:r>
            <a:endParaRPr b="1">
              <a:solidFill>
                <a:schemeClr val="dk1"/>
              </a:solidFill>
            </a:endParaRPr>
          </a:p>
          <a:p>
            <a:pPr indent="-355600" lvl="0" marL="914400" marR="0" rtl="0" algn="l">
              <a:lnSpc>
                <a:spcPct val="95000"/>
              </a:lnSpc>
              <a:spcBef>
                <a:spcPts val="0"/>
              </a:spcBef>
              <a:spcAft>
                <a:spcPts val="0"/>
              </a:spcAft>
              <a:buClr>
                <a:schemeClr val="dk1"/>
              </a:buClr>
              <a:buSzPts val="2000"/>
              <a:buChar char="●"/>
            </a:pPr>
            <a:r>
              <a:rPr lang="en-IN" sz="2000">
                <a:solidFill>
                  <a:schemeClr val="dk1"/>
                </a:solidFill>
              </a:rPr>
              <a:t>Source: Kaggle Chest X-ray dataset.</a:t>
            </a:r>
            <a:endParaRPr sz="2000">
              <a:solidFill>
                <a:schemeClr val="dk1"/>
              </a:solidFill>
            </a:endParaRPr>
          </a:p>
          <a:p>
            <a:pPr indent="-355600" lvl="0" marL="914400" marR="0" rtl="0" algn="l">
              <a:lnSpc>
                <a:spcPct val="95000"/>
              </a:lnSpc>
              <a:spcBef>
                <a:spcPts val="0"/>
              </a:spcBef>
              <a:spcAft>
                <a:spcPts val="0"/>
              </a:spcAft>
              <a:buClr>
                <a:schemeClr val="dk1"/>
              </a:buClr>
              <a:buSzPts val="2000"/>
              <a:buChar char="●"/>
            </a:pPr>
            <a:r>
              <a:rPr lang="en-IN" sz="2000">
                <a:solidFill>
                  <a:schemeClr val="dk1"/>
                </a:solidFill>
              </a:rPr>
              <a:t>Categories: Pneumonia and Normal.</a:t>
            </a:r>
            <a:endParaRPr sz="2000">
              <a:solidFill>
                <a:schemeClr val="dk1"/>
              </a:solidFill>
            </a:endParaRPr>
          </a:p>
          <a:p>
            <a:pPr indent="-355600" lvl="0" marL="914400" marR="0" rtl="0" algn="l">
              <a:lnSpc>
                <a:spcPct val="95000"/>
              </a:lnSpc>
              <a:spcBef>
                <a:spcPts val="0"/>
              </a:spcBef>
              <a:spcAft>
                <a:spcPts val="0"/>
              </a:spcAft>
              <a:buClr>
                <a:schemeClr val="dk1"/>
              </a:buClr>
              <a:buSzPts val="2000"/>
              <a:buChar char="●"/>
            </a:pPr>
            <a:r>
              <a:rPr lang="en-IN" sz="2000">
                <a:solidFill>
                  <a:schemeClr val="dk1"/>
                </a:solidFill>
              </a:rPr>
              <a:t>Total Images: 5,863.</a:t>
            </a:r>
            <a:endParaRPr sz="2000">
              <a:solidFill>
                <a:schemeClr val="dk1"/>
              </a:solidFill>
            </a:endParaRPr>
          </a:p>
          <a:p>
            <a:pPr indent="0" lvl="0" marL="0" marR="0" rtl="0" algn="l">
              <a:lnSpc>
                <a:spcPct val="95000"/>
              </a:lnSpc>
              <a:spcBef>
                <a:spcPts val="0"/>
              </a:spcBef>
              <a:spcAft>
                <a:spcPts val="0"/>
              </a:spcAft>
              <a:buNone/>
            </a:pPr>
            <a:r>
              <a:t/>
            </a:r>
            <a:endParaRPr b="1" sz="2000">
              <a:solidFill>
                <a:schemeClr val="dk1"/>
              </a:solidFill>
            </a:endParaRPr>
          </a:p>
          <a:p>
            <a:pPr indent="0" lvl="0" marL="0" marR="0" rtl="0" algn="l">
              <a:lnSpc>
                <a:spcPct val="95000"/>
              </a:lnSpc>
              <a:spcBef>
                <a:spcPts val="0"/>
              </a:spcBef>
              <a:spcAft>
                <a:spcPts val="0"/>
              </a:spcAft>
              <a:buNone/>
            </a:pPr>
            <a:r>
              <a:t/>
            </a:r>
            <a:endParaRPr b="1" sz="2000">
              <a:solidFill>
                <a:schemeClr val="dk1"/>
              </a:solidFill>
            </a:endParaRPr>
          </a:p>
          <a:p>
            <a:pPr indent="0" lvl="0" marL="0" marR="0" rtl="0" algn="l">
              <a:lnSpc>
                <a:spcPct val="95000"/>
              </a:lnSpc>
              <a:spcBef>
                <a:spcPts val="0"/>
              </a:spcBef>
              <a:spcAft>
                <a:spcPts val="0"/>
              </a:spcAft>
              <a:buNone/>
            </a:pPr>
            <a:r>
              <a:rPr b="1" lang="en-IN">
                <a:solidFill>
                  <a:schemeClr val="dk1"/>
                </a:solidFill>
              </a:rPr>
              <a:t>Data Preprocessing</a:t>
            </a:r>
            <a:endParaRPr b="1">
              <a:solidFill>
                <a:schemeClr val="dk1"/>
              </a:solidFill>
            </a:endParaRPr>
          </a:p>
          <a:p>
            <a:pPr indent="-368300" lvl="0" marL="457200" marR="0" rtl="0" algn="l">
              <a:lnSpc>
                <a:spcPct val="95000"/>
              </a:lnSpc>
              <a:spcBef>
                <a:spcPts val="0"/>
              </a:spcBef>
              <a:spcAft>
                <a:spcPts val="0"/>
              </a:spcAft>
              <a:buClr>
                <a:schemeClr val="dk1"/>
              </a:buClr>
              <a:buSzPts val="2200"/>
              <a:buChar char="●"/>
            </a:pPr>
            <a:r>
              <a:rPr b="1" lang="en-IN" sz="2200">
                <a:solidFill>
                  <a:schemeClr val="dk1"/>
                </a:solidFill>
              </a:rPr>
              <a:t>Steps:</a:t>
            </a:r>
            <a:endParaRPr b="1" sz="2200">
              <a:solidFill>
                <a:schemeClr val="dk1"/>
              </a:solidFill>
            </a:endParaRPr>
          </a:p>
          <a:p>
            <a:pPr indent="-355600" lvl="1" marL="914400" marR="0" rtl="0" algn="l">
              <a:lnSpc>
                <a:spcPct val="95000"/>
              </a:lnSpc>
              <a:spcBef>
                <a:spcPts val="0"/>
              </a:spcBef>
              <a:spcAft>
                <a:spcPts val="0"/>
              </a:spcAft>
              <a:buClr>
                <a:schemeClr val="dk1"/>
              </a:buClr>
              <a:buSzPts val="2000"/>
              <a:buChar char="○"/>
            </a:pPr>
            <a:r>
              <a:rPr lang="en-IN" sz="2000">
                <a:solidFill>
                  <a:schemeClr val="dk1"/>
                </a:solidFill>
              </a:rPr>
              <a:t>Image Normalization: Resize and normalize pixel values.</a:t>
            </a:r>
            <a:endParaRPr sz="2000">
              <a:solidFill>
                <a:schemeClr val="dk1"/>
              </a:solidFill>
            </a:endParaRPr>
          </a:p>
          <a:p>
            <a:pPr indent="-355600" lvl="1" marL="914400" marR="0" rtl="0" algn="l">
              <a:lnSpc>
                <a:spcPct val="95000"/>
              </a:lnSpc>
              <a:spcBef>
                <a:spcPts val="0"/>
              </a:spcBef>
              <a:spcAft>
                <a:spcPts val="0"/>
              </a:spcAft>
              <a:buClr>
                <a:schemeClr val="dk1"/>
              </a:buClr>
              <a:buSzPts val="2000"/>
              <a:buChar char="○"/>
            </a:pPr>
            <a:r>
              <a:rPr lang="en-IN" sz="2000">
                <a:solidFill>
                  <a:schemeClr val="dk1"/>
                </a:solidFill>
              </a:rPr>
              <a:t>Data Augmentation: Apply transformations (rotation, flip, zoom) to increase dataset diversity.</a:t>
            </a:r>
            <a:endParaRPr sz="2000">
              <a:solidFill>
                <a:srgbClr val="ECECEC"/>
              </a:solidFill>
              <a:highlight>
                <a:schemeClr val="lt1"/>
              </a:highlight>
              <a:latin typeface="Roboto"/>
              <a:ea typeface="Roboto"/>
              <a:cs typeface="Roboto"/>
              <a:sym typeface="Roboto"/>
            </a:endParaRPr>
          </a:p>
          <a:p>
            <a:pPr indent="0" lvl="0" marL="0" rtl="0" algn="l">
              <a:spcBef>
                <a:spcPts val="0"/>
              </a:spcBef>
              <a:spcAft>
                <a:spcPts val="16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4"/>
          <p:cNvSpPr txBox="1"/>
          <p:nvPr>
            <p:ph type="title"/>
          </p:nvPr>
        </p:nvSpPr>
        <p:spPr>
          <a:xfrm>
            <a:off x="415600" y="593367"/>
            <a:ext cx="11360700" cy="7635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IN"/>
              <a:t>Proposed Solution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27" name="Google Shape;127;p24"/>
          <p:cNvSpPr txBox="1"/>
          <p:nvPr>
            <p:ph idx="1" type="body"/>
          </p:nvPr>
        </p:nvSpPr>
        <p:spPr>
          <a:xfrm>
            <a:off x="415600" y="1536633"/>
            <a:ext cx="11360700" cy="4555200"/>
          </a:xfrm>
          <a:prstGeom prst="rect">
            <a:avLst/>
          </a:prstGeom>
        </p:spPr>
        <p:txBody>
          <a:bodyPr anchorCtr="0" anchor="t" bIns="121900" lIns="121900" spcFirstLastPara="1" rIns="121900" wrap="square" tIns="121900">
            <a:normAutofit/>
          </a:bodyPr>
          <a:lstStyle/>
          <a:p>
            <a:pPr indent="-381000" lvl="0" marL="457200" rtl="0" algn="l">
              <a:lnSpc>
                <a:spcPct val="95000"/>
              </a:lnSpc>
              <a:spcBef>
                <a:spcPts val="0"/>
              </a:spcBef>
              <a:spcAft>
                <a:spcPts val="0"/>
              </a:spcAft>
              <a:buClr>
                <a:schemeClr val="dk1"/>
              </a:buClr>
              <a:buSzPts val="2400"/>
              <a:buChar char="●"/>
            </a:pPr>
            <a:r>
              <a:rPr b="1" lang="en-IN">
                <a:solidFill>
                  <a:schemeClr val="dk1"/>
                </a:solidFill>
              </a:rPr>
              <a:t>CNN with Attention Mechanism:</a:t>
            </a:r>
            <a:endParaRPr b="1">
              <a:solidFill>
                <a:schemeClr val="dk1"/>
              </a:solidFill>
            </a:endParaRPr>
          </a:p>
          <a:p>
            <a:pPr indent="0" lvl="0" marL="457200" rtl="0" algn="l">
              <a:lnSpc>
                <a:spcPct val="95000"/>
              </a:lnSpc>
              <a:spcBef>
                <a:spcPts val="0"/>
              </a:spcBef>
              <a:spcAft>
                <a:spcPts val="0"/>
              </a:spcAft>
              <a:buNone/>
            </a:pPr>
            <a:r>
              <a:rPr lang="en-IN" sz="2000">
                <a:solidFill>
                  <a:schemeClr val="dk1"/>
                </a:solidFill>
              </a:rPr>
              <a:t>Attention mechanism is a component used in machine learning models, particularly in natural language processing and computer vision. It enables the model to focus on specific parts of the input sequence or image when making predictions.</a:t>
            </a:r>
            <a:endParaRPr sz="2000">
              <a:solidFill>
                <a:schemeClr val="dk1"/>
              </a:solidFill>
            </a:endParaRPr>
          </a:p>
          <a:p>
            <a:pPr indent="0" lvl="0" marL="457200" rtl="0" algn="l">
              <a:lnSpc>
                <a:spcPct val="95000"/>
              </a:lnSpc>
              <a:spcBef>
                <a:spcPts val="0"/>
              </a:spcBef>
              <a:spcAft>
                <a:spcPts val="0"/>
              </a:spcAft>
              <a:buNone/>
            </a:pPr>
            <a:r>
              <a:t/>
            </a:r>
            <a:endParaRPr sz="2000">
              <a:solidFill>
                <a:schemeClr val="dk1"/>
              </a:solidFill>
            </a:endParaRPr>
          </a:p>
          <a:p>
            <a:pPr indent="0" lvl="0" marL="457200" rtl="0" algn="l">
              <a:lnSpc>
                <a:spcPct val="95000"/>
              </a:lnSpc>
              <a:spcBef>
                <a:spcPts val="0"/>
              </a:spcBef>
              <a:spcAft>
                <a:spcPts val="0"/>
              </a:spcAft>
              <a:buNone/>
            </a:pPr>
            <a:r>
              <a:t/>
            </a:r>
            <a:endParaRPr sz="2000">
              <a:solidFill>
                <a:schemeClr val="dk1"/>
              </a:solidFill>
            </a:endParaRPr>
          </a:p>
          <a:p>
            <a:pPr indent="-381000" lvl="0" marL="457200" rtl="0" algn="l">
              <a:lnSpc>
                <a:spcPct val="95000"/>
              </a:lnSpc>
              <a:spcBef>
                <a:spcPts val="0"/>
              </a:spcBef>
              <a:spcAft>
                <a:spcPts val="0"/>
              </a:spcAft>
              <a:buClr>
                <a:schemeClr val="dk1"/>
              </a:buClr>
              <a:buSzPts val="2400"/>
              <a:buChar char="●"/>
            </a:pPr>
            <a:r>
              <a:rPr b="1" lang="en-IN">
                <a:solidFill>
                  <a:schemeClr val="dk1"/>
                </a:solidFill>
              </a:rPr>
              <a:t>Explainable AI (XAI) using LIME:</a:t>
            </a:r>
            <a:endParaRPr b="1">
              <a:solidFill>
                <a:schemeClr val="dk1"/>
              </a:solidFill>
            </a:endParaRPr>
          </a:p>
          <a:p>
            <a:pPr indent="0" lvl="0" marL="457200" rtl="0" algn="l">
              <a:lnSpc>
                <a:spcPct val="95000"/>
              </a:lnSpc>
              <a:spcBef>
                <a:spcPts val="0"/>
              </a:spcBef>
              <a:spcAft>
                <a:spcPts val="0"/>
              </a:spcAft>
              <a:buNone/>
            </a:pPr>
            <a:r>
              <a:rPr lang="en-IN" sz="2000">
                <a:solidFill>
                  <a:schemeClr val="dk1"/>
                </a:solidFill>
              </a:rPr>
              <a:t>Explainable AI (XAI) refers to the development of artificial intelligence systems that can provide understandable and interpretable explanations for their decisions or outputs. It aims to make AI models more transparent and trustworthy.</a:t>
            </a:r>
            <a:endParaRPr sz="2000">
              <a:solidFill>
                <a:schemeClr val="dk1"/>
              </a:solidFill>
            </a:endParaRPr>
          </a:p>
          <a:p>
            <a:pPr indent="0" lvl="0" marL="0" rtl="0" algn="l">
              <a:lnSpc>
                <a:spcPct val="95000"/>
              </a:lnSpc>
              <a:spcBef>
                <a:spcPts val="0"/>
              </a:spcBef>
              <a:spcAft>
                <a:spcPts val="0"/>
              </a:spcAft>
              <a:buClr>
                <a:srgbClr val="000000"/>
              </a:buClr>
              <a:buSzPts val="852"/>
              <a:buFont typeface="Arial"/>
              <a:buNone/>
            </a:pPr>
            <a:r>
              <a:t/>
            </a:r>
            <a:endParaRPr sz="2000">
              <a:solidFill>
                <a:schemeClr val="dk1"/>
              </a:solidFill>
            </a:endParaRPr>
          </a:p>
          <a:p>
            <a:pPr indent="0" lvl="0" marL="0" rtl="0" algn="l">
              <a:spcBef>
                <a:spcPts val="0"/>
              </a:spcBef>
              <a:spcAft>
                <a:spcPts val="16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5"/>
          <p:cNvSpPr txBox="1"/>
          <p:nvPr>
            <p:ph type="title"/>
          </p:nvPr>
        </p:nvSpPr>
        <p:spPr>
          <a:xfrm>
            <a:off x="415600" y="593367"/>
            <a:ext cx="11360700" cy="7635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IN"/>
              <a:t>Why Explainable AI</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33" name="Google Shape;133;p25"/>
          <p:cNvSpPr txBox="1"/>
          <p:nvPr>
            <p:ph idx="1" type="body"/>
          </p:nvPr>
        </p:nvSpPr>
        <p:spPr>
          <a:xfrm>
            <a:off x="415600" y="1536633"/>
            <a:ext cx="11360700" cy="4555200"/>
          </a:xfrm>
          <a:prstGeom prst="rect">
            <a:avLst/>
          </a:prstGeom>
        </p:spPr>
        <p:txBody>
          <a:bodyPr anchorCtr="0" anchor="t" bIns="121900" lIns="121900" spcFirstLastPara="1" rIns="121900" wrap="square" tIns="121900">
            <a:normAutofit/>
          </a:bodyPr>
          <a:lstStyle/>
          <a:p>
            <a:pPr indent="0" lvl="0" marL="0" rtl="0" algn="l">
              <a:spcBef>
                <a:spcPts val="0"/>
              </a:spcBef>
              <a:spcAft>
                <a:spcPts val="1600"/>
              </a:spcAft>
              <a:buNone/>
            </a:pPr>
            <a:r>
              <a:t/>
            </a:r>
            <a:endParaRPr/>
          </a:p>
        </p:txBody>
      </p:sp>
      <p:pic>
        <p:nvPicPr>
          <p:cNvPr id="134" name="Google Shape;134;p25"/>
          <p:cNvPicPr preferRelativeResize="0"/>
          <p:nvPr/>
        </p:nvPicPr>
        <p:blipFill>
          <a:blip r:embed="rId3">
            <a:alphaModFix/>
          </a:blip>
          <a:stretch>
            <a:fillRect/>
          </a:stretch>
        </p:blipFill>
        <p:spPr>
          <a:xfrm>
            <a:off x="170250" y="1536625"/>
            <a:ext cx="11851402" cy="48956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6"/>
          <p:cNvSpPr txBox="1"/>
          <p:nvPr>
            <p:ph type="title"/>
          </p:nvPr>
        </p:nvSpPr>
        <p:spPr>
          <a:xfrm>
            <a:off x="415600" y="593367"/>
            <a:ext cx="11360700" cy="7635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IN"/>
              <a:t>Architectural / System Design</a:t>
            </a:r>
            <a:endParaRPr/>
          </a:p>
        </p:txBody>
      </p:sp>
      <p:pic>
        <p:nvPicPr>
          <p:cNvPr id="140" name="Google Shape;140;p26"/>
          <p:cNvPicPr preferRelativeResize="0"/>
          <p:nvPr/>
        </p:nvPicPr>
        <p:blipFill rotWithShape="1">
          <a:blip r:embed="rId3">
            <a:alphaModFix/>
          </a:blip>
          <a:srcRect b="0" l="6672" r="0" t="6454"/>
          <a:stretch/>
        </p:blipFill>
        <p:spPr>
          <a:xfrm>
            <a:off x="1244562" y="1656235"/>
            <a:ext cx="9492174" cy="472619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7"/>
          <p:cNvSpPr txBox="1"/>
          <p:nvPr>
            <p:ph type="title"/>
          </p:nvPr>
        </p:nvSpPr>
        <p:spPr>
          <a:xfrm>
            <a:off x="415600" y="593367"/>
            <a:ext cx="11360700" cy="763500"/>
          </a:xfrm>
          <a:prstGeom prst="rect">
            <a:avLst/>
          </a:prstGeom>
        </p:spPr>
        <p:txBody>
          <a:bodyPr anchorCtr="0" anchor="t" bIns="121900" lIns="121900" spcFirstLastPara="1" rIns="121900" wrap="square" tIns="121900">
            <a:noAutofit/>
          </a:bodyPr>
          <a:lstStyle/>
          <a:p>
            <a:pPr indent="0" lvl="0" marL="0" rtl="0" algn="l">
              <a:lnSpc>
                <a:spcPct val="160000"/>
              </a:lnSpc>
              <a:spcBef>
                <a:spcPts val="1400"/>
              </a:spcBef>
              <a:spcAft>
                <a:spcPts val="0"/>
              </a:spcAft>
              <a:buNone/>
            </a:pPr>
            <a:r>
              <a:rPr b="1" lang="en-IN" sz="3300">
                <a:solidFill>
                  <a:srgbClr val="ECECEC"/>
                </a:solidFill>
                <a:latin typeface="Roboto"/>
                <a:ea typeface="Roboto"/>
                <a:cs typeface="Roboto"/>
                <a:sym typeface="Roboto"/>
              </a:rPr>
              <a:t>Model Architecture</a:t>
            </a:r>
            <a:endParaRPr b="1" sz="3300">
              <a:solidFill>
                <a:srgbClr val="ECECEC"/>
              </a:solidFill>
              <a:latin typeface="Roboto"/>
              <a:ea typeface="Roboto"/>
              <a:cs typeface="Roboto"/>
              <a:sym typeface="Roboto"/>
            </a:endParaRPr>
          </a:p>
          <a:p>
            <a:pPr indent="0" lvl="0" marL="0" rtl="0" algn="l">
              <a:spcBef>
                <a:spcPts val="400"/>
              </a:spcBef>
              <a:spcAft>
                <a:spcPts val="0"/>
              </a:spcAft>
              <a:buNone/>
            </a:pPr>
            <a:r>
              <a:t/>
            </a:r>
            <a:endParaRPr/>
          </a:p>
        </p:txBody>
      </p:sp>
      <p:sp>
        <p:nvSpPr>
          <p:cNvPr id="146" name="Google Shape;146;p27"/>
          <p:cNvSpPr txBox="1"/>
          <p:nvPr>
            <p:ph idx="1" type="body"/>
          </p:nvPr>
        </p:nvSpPr>
        <p:spPr>
          <a:xfrm>
            <a:off x="415600" y="1536633"/>
            <a:ext cx="11360700" cy="4555200"/>
          </a:xfrm>
          <a:prstGeom prst="rect">
            <a:avLst/>
          </a:prstGeom>
        </p:spPr>
        <p:txBody>
          <a:bodyPr anchorCtr="0" anchor="t" bIns="121900" lIns="121900" spcFirstLastPara="1" rIns="121900" wrap="square" tIns="121900">
            <a:normAutofit/>
          </a:bodyPr>
          <a:lstStyle/>
          <a:p>
            <a:pPr indent="-381000" lvl="0" marL="457200" rtl="0" algn="l">
              <a:spcBef>
                <a:spcPts val="600"/>
              </a:spcBef>
              <a:spcAft>
                <a:spcPts val="0"/>
              </a:spcAft>
              <a:buClr>
                <a:srgbClr val="ECECEC"/>
              </a:buClr>
              <a:buSzPts val="2400"/>
              <a:buFont typeface="Roboto"/>
              <a:buChar char="●"/>
            </a:pPr>
            <a:r>
              <a:rPr b="1" lang="en-IN">
                <a:solidFill>
                  <a:srgbClr val="ECECEC"/>
                </a:solidFill>
                <a:latin typeface="Roboto"/>
                <a:ea typeface="Roboto"/>
                <a:cs typeface="Roboto"/>
                <a:sym typeface="Roboto"/>
              </a:rPr>
              <a:t>Components:</a:t>
            </a:r>
            <a:endParaRPr b="1">
              <a:solidFill>
                <a:srgbClr val="ECECEC"/>
              </a:solidFill>
              <a:latin typeface="Roboto"/>
              <a:ea typeface="Roboto"/>
              <a:cs typeface="Roboto"/>
              <a:sym typeface="Roboto"/>
            </a:endParaRPr>
          </a:p>
          <a:p>
            <a:pPr indent="-374650" lvl="1" marL="914400" rtl="0" algn="l">
              <a:spcBef>
                <a:spcPts val="0"/>
              </a:spcBef>
              <a:spcAft>
                <a:spcPts val="0"/>
              </a:spcAft>
              <a:buClr>
                <a:srgbClr val="ECECEC"/>
              </a:buClr>
              <a:buSzPts val="2300"/>
              <a:buFont typeface="Roboto"/>
              <a:buChar char="●"/>
            </a:pPr>
            <a:r>
              <a:rPr lang="en-IN" sz="2300">
                <a:solidFill>
                  <a:srgbClr val="ECECEC"/>
                </a:solidFill>
                <a:latin typeface="Roboto"/>
                <a:ea typeface="Roboto"/>
                <a:cs typeface="Roboto"/>
                <a:sym typeface="Roboto"/>
              </a:rPr>
              <a:t>Convolutional Layers: Extract features from input images.</a:t>
            </a:r>
            <a:endParaRPr sz="2300">
              <a:solidFill>
                <a:srgbClr val="ECECEC"/>
              </a:solidFill>
              <a:latin typeface="Roboto"/>
              <a:ea typeface="Roboto"/>
              <a:cs typeface="Roboto"/>
              <a:sym typeface="Roboto"/>
            </a:endParaRPr>
          </a:p>
          <a:p>
            <a:pPr indent="-374650" lvl="1" marL="914400" rtl="0" algn="l">
              <a:spcBef>
                <a:spcPts val="0"/>
              </a:spcBef>
              <a:spcAft>
                <a:spcPts val="0"/>
              </a:spcAft>
              <a:buClr>
                <a:srgbClr val="ECECEC"/>
              </a:buClr>
              <a:buSzPts val="2300"/>
              <a:buFont typeface="Roboto"/>
              <a:buChar char="●"/>
            </a:pPr>
            <a:r>
              <a:rPr lang="en-IN" sz="2300">
                <a:solidFill>
                  <a:srgbClr val="ECECEC"/>
                </a:solidFill>
                <a:latin typeface="Roboto"/>
                <a:ea typeface="Roboto"/>
                <a:cs typeface="Roboto"/>
                <a:sym typeface="Roboto"/>
              </a:rPr>
              <a:t>Attention Mechanism: Focus on the most relevant regions of the image.</a:t>
            </a:r>
            <a:endParaRPr sz="2300">
              <a:solidFill>
                <a:srgbClr val="ECECEC"/>
              </a:solidFill>
              <a:latin typeface="Roboto"/>
              <a:ea typeface="Roboto"/>
              <a:cs typeface="Roboto"/>
              <a:sym typeface="Roboto"/>
            </a:endParaRPr>
          </a:p>
          <a:p>
            <a:pPr indent="-374650" lvl="1" marL="914400" rtl="0" algn="l">
              <a:spcBef>
                <a:spcPts val="0"/>
              </a:spcBef>
              <a:spcAft>
                <a:spcPts val="0"/>
              </a:spcAft>
              <a:buClr>
                <a:srgbClr val="ECECEC"/>
              </a:buClr>
              <a:buSzPts val="2300"/>
              <a:buFont typeface="Roboto"/>
              <a:buChar char="●"/>
            </a:pPr>
            <a:r>
              <a:rPr lang="en-IN" sz="2300">
                <a:solidFill>
                  <a:srgbClr val="ECECEC"/>
                </a:solidFill>
                <a:latin typeface="Roboto"/>
                <a:ea typeface="Roboto"/>
                <a:cs typeface="Roboto"/>
                <a:sym typeface="Roboto"/>
              </a:rPr>
              <a:t>Fully Connected Layers: Perform high-level reasoning.</a:t>
            </a:r>
            <a:endParaRPr sz="2300">
              <a:solidFill>
                <a:srgbClr val="ECECEC"/>
              </a:solidFill>
              <a:latin typeface="Roboto"/>
              <a:ea typeface="Roboto"/>
              <a:cs typeface="Roboto"/>
              <a:sym typeface="Roboto"/>
            </a:endParaRPr>
          </a:p>
          <a:p>
            <a:pPr indent="-374650" lvl="1" marL="914400" rtl="0" algn="l">
              <a:spcBef>
                <a:spcPts val="0"/>
              </a:spcBef>
              <a:spcAft>
                <a:spcPts val="0"/>
              </a:spcAft>
              <a:buClr>
                <a:srgbClr val="ECECEC"/>
              </a:buClr>
              <a:buSzPts val="2300"/>
              <a:buFont typeface="Roboto"/>
              <a:buChar char="●"/>
            </a:pPr>
            <a:r>
              <a:rPr lang="en-IN" sz="2300">
                <a:solidFill>
                  <a:srgbClr val="ECECEC"/>
                </a:solidFill>
                <a:latin typeface="Roboto"/>
                <a:ea typeface="Roboto"/>
                <a:cs typeface="Roboto"/>
                <a:sym typeface="Roboto"/>
              </a:rPr>
              <a:t>Output Layer: Predict the presence or absence of pneumonia.</a:t>
            </a:r>
            <a:endParaRPr sz="2300">
              <a:solidFill>
                <a:srgbClr val="ECECEC"/>
              </a:solidFill>
              <a:latin typeface="Roboto"/>
              <a:ea typeface="Roboto"/>
              <a:cs typeface="Roboto"/>
              <a:sym typeface="Roboto"/>
            </a:endParaRPr>
          </a:p>
          <a:p>
            <a:pPr indent="0" lvl="0" marL="0" rtl="0" algn="l">
              <a:spcBef>
                <a:spcPts val="3600"/>
              </a:spcBef>
              <a:spcAft>
                <a:spcPts val="0"/>
              </a:spcAft>
              <a:buNone/>
            </a:pPr>
            <a:r>
              <a:rPr lang="en-IN" sz="2300">
                <a:solidFill>
                  <a:srgbClr val="ECECEC"/>
                </a:solidFill>
                <a:latin typeface="Roboto"/>
                <a:ea typeface="Roboto"/>
                <a:cs typeface="Roboto"/>
                <a:sym typeface="Roboto"/>
              </a:rPr>
              <a:t>	</a:t>
            </a:r>
            <a:r>
              <a:rPr lang="en-IN" sz="2900">
                <a:solidFill>
                  <a:srgbClr val="ECECEC"/>
                </a:solidFill>
                <a:latin typeface="Roboto"/>
                <a:ea typeface="Roboto"/>
                <a:cs typeface="Roboto"/>
                <a:sym typeface="Roboto"/>
              </a:rPr>
              <a:t>XAI -</a:t>
            </a:r>
            <a:r>
              <a:rPr lang="en-IN" sz="2300">
                <a:solidFill>
                  <a:srgbClr val="ECECEC"/>
                </a:solidFill>
                <a:latin typeface="Roboto"/>
                <a:ea typeface="Roboto"/>
                <a:cs typeface="Roboto"/>
                <a:sym typeface="Roboto"/>
              </a:rPr>
              <a:t> Provides local explanations for individual predictions.</a:t>
            </a:r>
            <a:endParaRPr sz="2300">
              <a:solidFill>
                <a:srgbClr val="ECECEC"/>
              </a:solidFill>
              <a:latin typeface="Roboto"/>
              <a:ea typeface="Roboto"/>
              <a:cs typeface="Roboto"/>
              <a:sym typeface="Roboto"/>
            </a:endParaRPr>
          </a:p>
          <a:p>
            <a:pPr indent="0" lvl="0" marL="0" rtl="0" algn="l">
              <a:spcBef>
                <a:spcPts val="3600"/>
              </a:spcBef>
              <a:spcAft>
                <a:spcPts val="3600"/>
              </a:spcAft>
              <a:buNone/>
            </a:pPr>
            <a:r>
              <a:t/>
            </a:r>
            <a:endParaRPr sz="2300">
              <a:solidFill>
                <a:srgbClr val="ECECEC"/>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8"/>
          <p:cNvSpPr txBox="1"/>
          <p:nvPr>
            <p:ph type="title"/>
          </p:nvPr>
        </p:nvSpPr>
        <p:spPr>
          <a:xfrm>
            <a:off x="415600" y="593367"/>
            <a:ext cx="11360700" cy="7635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IN" sz="3000"/>
              <a:t>Sequence Diagram</a:t>
            </a:r>
            <a:endParaRPr sz="3000"/>
          </a:p>
          <a:p>
            <a:pPr indent="0" lvl="0" marL="0" rtl="0" algn="l">
              <a:spcBef>
                <a:spcPts val="0"/>
              </a:spcBef>
              <a:spcAft>
                <a:spcPts val="0"/>
              </a:spcAft>
              <a:buNone/>
            </a:pPr>
            <a:r>
              <a:t/>
            </a:r>
            <a:endParaRPr/>
          </a:p>
        </p:txBody>
      </p:sp>
      <p:pic>
        <p:nvPicPr>
          <p:cNvPr id="152" name="Google Shape;152;p28"/>
          <p:cNvPicPr preferRelativeResize="0"/>
          <p:nvPr/>
        </p:nvPicPr>
        <p:blipFill rotWithShape="1">
          <a:blip r:embed="rId3">
            <a:alphaModFix/>
          </a:blip>
          <a:srcRect b="0" l="0" r="0" t="7002"/>
          <a:stretch/>
        </p:blipFill>
        <p:spPr>
          <a:xfrm>
            <a:off x="1691975" y="1538888"/>
            <a:ext cx="7949025" cy="45506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9"/>
          <p:cNvSpPr txBox="1"/>
          <p:nvPr>
            <p:ph type="title"/>
          </p:nvPr>
        </p:nvSpPr>
        <p:spPr>
          <a:xfrm>
            <a:off x="415600" y="593367"/>
            <a:ext cx="11360700" cy="7635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IN"/>
              <a:t>Methodology</a:t>
            </a:r>
            <a:endParaRPr/>
          </a:p>
        </p:txBody>
      </p:sp>
      <p:sp>
        <p:nvSpPr>
          <p:cNvPr id="158" name="Google Shape;158;p29"/>
          <p:cNvSpPr txBox="1"/>
          <p:nvPr>
            <p:ph idx="1" type="body"/>
          </p:nvPr>
        </p:nvSpPr>
        <p:spPr>
          <a:xfrm>
            <a:off x="415600" y="1536633"/>
            <a:ext cx="11360700" cy="4555200"/>
          </a:xfrm>
          <a:prstGeom prst="rect">
            <a:avLst/>
          </a:prstGeom>
        </p:spPr>
        <p:txBody>
          <a:bodyPr anchorCtr="0" anchor="t" bIns="121900" lIns="121900" spcFirstLastPara="1" rIns="121900" wrap="square" tIns="121900">
            <a:normAutofit lnSpcReduction="20000"/>
          </a:bodyPr>
          <a:lstStyle/>
          <a:p>
            <a:pPr indent="-374650" lvl="0" marL="457200" rtl="0" algn="l">
              <a:spcBef>
                <a:spcPts val="0"/>
              </a:spcBef>
              <a:spcAft>
                <a:spcPts val="0"/>
              </a:spcAft>
              <a:buClr>
                <a:schemeClr val="dk1"/>
              </a:buClr>
              <a:buSzPts val="2300"/>
              <a:buChar char="●"/>
            </a:pPr>
            <a:r>
              <a:rPr b="1" lang="en-IN" sz="2300">
                <a:solidFill>
                  <a:schemeClr val="dk1"/>
                </a:solidFill>
              </a:rPr>
              <a:t>Integration of Attention Mechanisms:</a:t>
            </a:r>
            <a:r>
              <a:rPr lang="en-IN" sz="2300">
                <a:solidFill>
                  <a:schemeClr val="dk1"/>
                </a:solidFill>
              </a:rPr>
              <a:t> Incorporating attention mechanisms within deep learning architectures for refined feature extraction from chest X-ray images.</a:t>
            </a:r>
            <a:endParaRPr sz="2300">
              <a:solidFill>
                <a:schemeClr val="dk1"/>
              </a:solidFill>
            </a:endParaRPr>
          </a:p>
          <a:p>
            <a:pPr indent="0" lvl="0" marL="0" rtl="0" algn="l">
              <a:spcBef>
                <a:spcPts val="0"/>
              </a:spcBef>
              <a:spcAft>
                <a:spcPts val="0"/>
              </a:spcAft>
              <a:buNone/>
            </a:pPr>
            <a:r>
              <a:t/>
            </a:r>
            <a:endParaRPr sz="2300">
              <a:solidFill>
                <a:schemeClr val="dk1"/>
              </a:solidFill>
            </a:endParaRPr>
          </a:p>
          <a:p>
            <a:pPr indent="-374650" lvl="0" marL="457200" rtl="0" algn="l">
              <a:spcBef>
                <a:spcPts val="0"/>
              </a:spcBef>
              <a:spcAft>
                <a:spcPts val="0"/>
              </a:spcAft>
              <a:buClr>
                <a:schemeClr val="dk1"/>
              </a:buClr>
              <a:buSzPts val="2300"/>
              <a:buChar char="●"/>
            </a:pPr>
            <a:r>
              <a:rPr b="1" lang="en-IN" sz="2300">
                <a:solidFill>
                  <a:schemeClr val="dk1"/>
                </a:solidFill>
              </a:rPr>
              <a:t>Explainable AI Integration: </a:t>
            </a:r>
            <a:r>
              <a:rPr lang="en-IN" sz="2300">
                <a:solidFill>
                  <a:schemeClr val="dk1"/>
                </a:solidFill>
              </a:rPr>
              <a:t>Utilizing explainable AI techniques to ensure transparency and interpretability of diagnostic outcomes.</a:t>
            </a:r>
            <a:endParaRPr sz="2300">
              <a:solidFill>
                <a:schemeClr val="dk1"/>
              </a:solidFill>
            </a:endParaRPr>
          </a:p>
          <a:p>
            <a:pPr indent="0" lvl="0" marL="0" rtl="0" algn="l">
              <a:spcBef>
                <a:spcPts val="0"/>
              </a:spcBef>
              <a:spcAft>
                <a:spcPts val="0"/>
              </a:spcAft>
              <a:buNone/>
            </a:pPr>
            <a:r>
              <a:t/>
            </a:r>
            <a:endParaRPr sz="2300">
              <a:solidFill>
                <a:schemeClr val="dk1"/>
              </a:solidFill>
            </a:endParaRPr>
          </a:p>
          <a:p>
            <a:pPr indent="-374650" lvl="0" marL="457200" rtl="0" algn="l">
              <a:spcBef>
                <a:spcPts val="0"/>
              </a:spcBef>
              <a:spcAft>
                <a:spcPts val="0"/>
              </a:spcAft>
              <a:buClr>
                <a:schemeClr val="dk1"/>
              </a:buClr>
              <a:buSzPts val="2300"/>
              <a:buChar char="●"/>
            </a:pPr>
            <a:r>
              <a:rPr b="1" lang="en-IN" sz="2300">
                <a:solidFill>
                  <a:schemeClr val="dk1"/>
                </a:solidFill>
              </a:rPr>
              <a:t>Enhanced Accuracy &amp; Interpretability:</a:t>
            </a:r>
            <a:r>
              <a:rPr lang="en-IN" sz="2300">
                <a:solidFill>
                  <a:schemeClr val="dk1"/>
                </a:solidFill>
              </a:rPr>
              <a:t> Aimed at achieving superior accuracy rates while providing transparent insights into diagnostic predictions crucial for clinical acceptance.</a:t>
            </a:r>
            <a:endParaRPr sz="2300">
              <a:solidFill>
                <a:schemeClr val="dk1"/>
              </a:solidFill>
            </a:endParaRPr>
          </a:p>
          <a:p>
            <a:pPr indent="0" lvl="0" marL="0" rtl="0" algn="l">
              <a:spcBef>
                <a:spcPts val="0"/>
              </a:spcBef>
              <a:spcAft>
                <a:spcPts val="0"/>
              </a:spcAft>
              <a:buNone/>
            </a:pPr>
            <a:r>
              <a:t/>
            </a:r>
            <a:endParaRPr sz="2000">
              <a:solidFill>
                <a:srgbClr val="000000"/>
              </a:solidFill>
            </a:endParaRPr>
          </a:p>
          <a:p>
            <a:pPr indent="0" lvl="0" marL="0" rtl="0" algn="l">
              <a:spcBef>
                <a:spcPts val="0"/>
              </a:spcBef>
              <a:spcAft>
                <a:spcPts val="16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0"/>
          <p:cNvSpPr txBox="1"/>
          <p:nvPr>
            <p:ph type="title"/>
          </p:nvPr>
        </p:nvSpPr>
        <p:spPr>
          <a:xfrm>
            <a:off x="415600" y="593367"/>
            <a:ext cx="11360700" cy="7635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IN"/>
              <a:t>Implementation &amp; Result</a:t>
            </a:r>
            <a:endParaRPr/>
          </a:p>
        </p:txBody>
      </p:sp>
      <p:pic>
        <p:nvPicPr>
          <p:cNvPr id="164" name="Google Shape;164;p30"/>
          <p:cNvPicPr preferRelativeResize="0"/>
          <p:nvPr/>
        </p:nvPicPr>
        <p:blipFill>
          <a:blip r:embed="rId3">
            <a:alphaModFix/>
          </a:blip>
          <a:stretch>
            <a:fillRect/>
          </a:stretch>
        </p:blipFill>
        <p:spPr>
          <a:xfrm>
            <a:off x="531850" y="1536625"/>
            <a:ext cx="9177926" cy="47108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1"/>
          <p:cNvSpPr txBox="1"/>
          <p:nvPr>
            <p:ph type="title"/>
          </p:nvPr>
        </p:nvSpPr>
        <p:spPr>
          <a:xfrm>
            <a:off x="415600" y="593367"/>
            <a:ext cx="11360700" cy="7635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IN"/>
              <a:t>Explainable AI Implementation</a:t>
            </a:r>
            <a:endParaRPr/>
          </a:p>
        </p:txBody>
      </p:sp>
      <p:pic>
        <p:nvPicPr>
          <p:cNvPr id="170" name="Google Shape;170;p31"/>
          <p:cNvPicPr preferRelativeResize="0"/>
          <p:nvPr/>
        </p:nvPicPr>
        <p:blipFill>
          <a:blip r:embed="rId3">
            <a:alphaModFix/>
          </a:blip>
          <a:stretch>
            <a:fillRect/>
          </a:stretch>
        </p:blipFill>
        <p:spPr>
          <a:xfrm>
            <a:off x="3268025" y="1356875"/>
            <a:ext cx="5129950" cy="49252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2"/>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p>
            <a:pPr indent="0" lvl="0" marL="0" rtl="0" algn="l">
              <a:lnSpc>
                <a:spcPct val="160000"/>
              </a:lnSpc>
              <a:spcBef>
                <a:spcPts val="1400"/>
              </a:spcBef>
              <a:spcAft>
                <a:spcPts val="400"/>
              </a:spcAft>
              <a:buNone/>
            </a:pPr>
            <a:r>
              <a:rPr lang="en-IN" sz="3300">
                <a:solidFill>
                  <a:srgbClr val="ECECEC"/>
                </a:solidFill>
                <a:highlight>
                  <a:schemeClr val="lt1"/>
                </a:highlight>
                <a:latin typeface="Roboto"/>
                <a:ea typeface="Roboto"/>
                <a:cs typeface="Roboto"/>
                <a:sym typeface="Roboto"/>
              </a:rPr>
              <a:t>Explainable AI Techniques</a:t>
            </a:r>
            <a:endParaRPr sz="3300"/>
          </a:p>
        </p:txBody>
      </p:sp>
      <p:pic>
        <p:nvPicPr>
          <p:cNvPr id="176" name="Google Shape;176;p32"/>
          <p:cNvPicPr preferRelativeResize="0"/>
          <p:nvPr/>
        </p:nvPicPr>
        <p:blipFill>
          <a:blip r:embed="rId3">
            <a:alphaModFix/>
          </a:blip>
          <a:stretch>
            <a:fillRect/>
          </a:stretch>
        </p:blipFill>
        <p:spPr>
          <a:xfrm>
            <a:off x="265025" y="1536625"/>
            <a:ext cx="5854656" cy="5097000"/>
          </a:xfrm>
          <a:prstGeom prst="rect">
            <a:avLst/>
          </a:prstGeom>
          <a:noFill/>
          <a:ln>
            <a:noFill/>
          </a:ln>
        </p:spPr>
      </p:pic>
      <p:sp>
        <p:nvSpPr>
          <p:cNvPr id="177" name="Google Shape;177;p32"/>
          <p:cNvSpPr txBox="1"/>
          <p:nvPr/>
        </p:nvSpPr>
        <p:spPr>
          <a:xfrm>
            <a:off x="6383825" y="1471675"/>
            <a:ext cx="5064900" cy="2768400"/>
          </a:xfrm>
          <a:prstGeom prst="rect">
            <a:avLst/>
          </a:prstGeom>
          <a:noFill/>
          <a:ln>
            <a:noFill/>
          </a:ln>
        </p:spPr>
        <p:txBody>
          <a:bodyPr anchorCtr="0" anchor="t" bIns="91425" lIns="91425" spcFirstLastPara="1" rIns="91425" wrap="square" tIns="91425">
            <a:noAutofit/>
          </a:bodyPr>
          <a:lstStyle/>
          <a:p>
            <a:pPr indent="-349250" lvl="0" marL="457200" rtl="0" algn="l">
              <a:lnSpc>
                <a:spcPct val="115000"/>
              </a:lnSpc>
              <a:spcBef>
                <a:spcPts val="600"/>
              </a:spcBef>
              <a:spcAft>
                <a:spcPts val="0"/>
              </a:spcAft>
              <a:buClr>
                <a:srgbClr val="ECECEC"/>
              </a:buClr>
              <a:buSzPts val="1900"/>
              <a:buFont typeface="Roboto"/>
              <a:buChar char="●"/>
            </a:pPr>
            <a:r>
              <a:rPr lang="en-IN" sz="1900">
                <a:solidFill>
                  <a:srgbClr val="ECECEC"/>
                </a:solidFill>
                <a:highlight>
                  <a:schemeClr val="lt1"/>
                </a:highlight>
                <a:latin typeface="Roboto"/>
                <a:ea typeface="Roboto"/>
                <a:cs typeface="Roboto"/>
                <a:sym typeface="Roboto"/>
              </a:rPr>
              <a:t>LIME (Local Interpretable Model-agnostic Explanations):</a:t>
            </a:r>
            <a:endParaRPr sz="1900">
              <a:solidFill>
                <a:srgbClr val="ECECEC"/>
              </a:solidFill>
              <a:highlight>
                <a:schemeClr val="lt1"/>
              </a:highlight>
              <a:latin typeface="Roboto"/>
              <a:ea typeface="Roboto"/>
              <a:cs typeface="Roboto"/>
              <a:sym typeface="Roboto"/>
            </a:endParaRPr>
          </a:p>
          <a:p>
            <a:pPr indent="-349250" lvl="1" marL="914400" rtl="0" algn="l">
              <a:lnSpc>
                <a:spcPct val="115000"/>
              </a:lnSpc>
              <a:spcBef>
                <a:spcPts val="0"/>
              </a:spcBef>
              <a:spcAft>
                <a:spcPts val="0"/>
              </a:spcAft>
              <a:buClr>
                <a:srgbClr val="ECECEC"/>
              </a:buClr>
              <a:buSzPts val="1900"/>
              <a:buFont typeface="Roboto"/>
              <a:buChar char="●"/>
            </a:pPr>
            <a:r>
              <a:rPr lang="en-IN" sz="1900">
                <a:solidFill>
                  <a:srgbClr val="ECECEC"/>
                </a:solidFill>
                <a:highlight>
                  <a:schemeClr val="lt1"/>
                </a:highlight>
                <a:latin typeface="Roboto"/>
                <a:ea typeface="Roboto"/>
                <a:cs typeface="Roboto"/>
                <a:sym typeface="Roboto"/>
              </a:rPr>
              <a:t>Provides local explanations for individual predictions.</a:t>
            </a:r>
            <a:endParaRPr sz="100">
              <a:solidFill>
                <a:srgbClr val="ECECEC"/>
              </a:solidFill>
              <a:highlight>
                <a:schemeClr val="lt1"/>
              </a:highlight>
              <a:latin typeface="Roboto"/>
              <a:ea typeface="Roboto"/>
              <a:cs typeface="Roboto"/>
              <a:sym typeface="Roboto"/>
            </a:endParaRPr>
          </a:p>
          <a:p>
            <a:pPr indent="-349250" lvl="0" marL="457200" rtl="0" algn="l">
              <a:lnSpc>
                <a:spcPct val="115000"/>
              </a:lnSpc>
              <a:spcBef>
                <a:spcPts val="0"/>
              </a:spcBef>
              <a:spcAft>
                <a:spcPts val="0"/>
              </a:spcAft>
              <a:buClr>
                <a:srgbClr val="ECECEC"/>
              </a:buClr>
              <a:buSzPts val="1900"/>
              <a:buFont typeface="Roboto"/>
              <a:buChar char="●"/>
            </a:pPr>
            <a:r>
              <a:rPr lang="en-IN" sz="1900">
                <a:solidFill>
                  <a:srgbClr val="ECECEC"/>
                </a:solidFill>
                <a:highlight>
                  <a:schemeClr val="lt1"/>
                </a:highlight>
                <a:latin typeface="Roboto"/>
                <a:ea typeface="Roboto"/>
                <a:cs typeface="Roboto"/>
                <a:sym typeface="Roboto"/>
              </a:rPr>
              <a:t>Benefits:</a:t>
            </a:r>
            <a:endParaRPr sz="1900">
              <a:solidFill>
                <a:srgbClr val="ECECEC"/>
              </a:solidFill>
              <a:highlight>
                <a:schemeClr val="lt1"/>
              </a:highlight>
              <a:latin typeface="Roboto"/>
              <a:ea typeface="Roboto"/>
              <a:cs typeface="Roboto"/>
              <a:sym typeface="Roboto"/>
            </a:endParaRPr>
          </a:p>
          <a:p>
            <a:pPr indent="-349250" lvl="1" marL="914400" rtl="0" algn="l">
              <a:lnSpc>
                <a:spcPct val="115000"/>
              </a:lnSpc>
              <a:spcBef>
                <a:spcPts val="0"/>
              </a:spcBef>
              <a:spcAft>
                <a:spcPts val="0"/>
              </a:spcAft>
              <a:buClr>
                <a:srgbClr val="ECECEC"/>
              </a:buClr>
              <a:buSzPts val="1900"/>
              <a:buFont typeface="Roboto"/>
              <a:buChar char="●"/>
            </a:pPr>
            <a:r>
              <a:rPr lang="en-IN" sz="1900">
                <a:solidFill>
                  <a:srgbClr val="ECECEC"/>
                </a:solidFill>
                <a:highlight>
                  <a:schemeClr val="lt1"/>
                </a:highlight>
                <a:latin typeface="Roboto"/>
                <a:ea typeface="Roboto"/>
                <a:cs typeface="Roboto"/>
                <a:sym typeface="Roboto"/>
              </a:rPr>
              <a:t>Transparency in model decisions.</a:t>
            </a:r>
            <a:endParaRPr sz="1900">
              <a:solidFill>
                <a:srgbClr val="ECECEC"/>
              </a:solidFill>
              <a:highlight>
                <a:schemeClr val="lt1"/>
              </a:highlight>
              <a:latin typeface="Roboto"/>
              <a:ea typeface="Roboto"/>
              <a:cs typeface="Roboto"/>
              <a:sym typeface="Roboto"/>
            </a:endParaRPr>
          </a:p>
          <a:p>
            <a:pPr indent="-349250" lvl="1" marL="914400" rtl="0" algn="l">
              <a:lnSpc>
                <a:spcPct val="115000"/>
              </a:lnSpc>
              <a:spcBef>
                <a:spcPts val="0"/>
              </a:spcBef>
              <a:spcAft>
                <a:spcPts val="0"/>
              </a:spcAft>
              <a:buClr>
                <a:srgbClr val="ECECEC"/>
              </a:buClr>
              <a:buSzPts val="1900"/>
              <a:buFont typeface="Roboto"/>
              <a:buChar char="●"/>
            </a:pPr>
            <a:r>
              <a:rPr lang="en-IN" sz="1900">
                <a:solidFill>
                  <a:srgbClr val="ECECEC"/>
                </a:solidFill>
                <a:highlight>
                  <a:schemeClr val="lt1"/>
                </a:highlight>
                <a:latin typeface="Roboto"/>
                <a:ea typeface="Roboto"/>
                <a:cs typeface="Roboto"/>
                <a:sym typeface="Roboto"/>
              </a:rPr>
              <a:t>Helps radiologists understand the reasoning behind predictions.</a:t>
            </a:r>
            <a:endParaRPr sz="3100">
              <a:solidFill>
                <a:schemeClr val="accent3"/>
              </a:solidFill>
              <a:latin typeface="Average"/>
              <a:ea typeface="Average"/>
              <a:cs typeface="Average"/>
              <a:sym typeface="Average"/>
            </a:endParaRPr>
          </a:p>
        </p:txBody>
      </p:sp>
      <p:pic>
        <p:nvPicPr>
          <p:cNvPr id="178" name="Google Shape;178;p32"/>
          <p:cNvPicPr preferRelativeResize="0"/>
          <p:nvPr/>
        </p:nvPicPr>
        <p:blipFill>
          <a:blip r:embed="rId4">
            <a:alphaModFix/>
          </a:blip>
          <a:stretch>
            <a:fillRect/>
          </a:stretch>
        </p:blipFill>
        <p:spPr>
          <a:xfrm>
            <a:off x="8167825" y="4240225"/>
            <a:ext cx="2442525" cy="25311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3"/>
          <p:cNvSpPr txBox="1"/>
          <p:nvPr>
            <p:ph type="title"/>
          </p:nvPr>
        </p:nvSpPr>
        <p:spPr>
          <a:xfrm>
            <a:off x="415600" y="593367"/>
            <a:ext cx="11360700" cy="7635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IN"/>
              <a:t>Testing &amp; Evaluation</a:t>
            </a:r>
            <a:endParaRPr/>
          </a:p>
        </p:txBody>
      </p:sp>
      <p:pic>
        <p:nvPicPr>
          <p:cNvPr id="184" name="Google Shape;184;p33"/>
          <p:cNvPicPr preferRelativeResize="0"/>
          <p:nvPr/>
        </p:nvPicPr>
        <p:blipFill>
          <a:blip r:embed="rId3">
            <a:alphaModFix/>
          </a:blip>
          <a:stretch>
            <a:fillRect/>
          </a:stretch>
        </p:blipFill>
        <p:spPr>
          <a:xfrm>
            <a:off x="961975" y="1356875"/>
            <a:ext cx="10267950" cy="51625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4"/>
          <p:cNvSpPr txBox="1"/>
          <p:nvPr>
            <p:ph type="title"/>
          </p:nvPr>
        </p:nvSpPr>
        <p:spPr>
          <a:xfrm>
            <a:off x="415600" y="593367"/>
            <a:ext cx="11360700" cy="7635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IN"/>
              <a:t>Experimental Results</a:t>
            </a:r>
            <a:endParaRPr/>
          </a:p>
        </p:txBody>
      </p:sp>
      <p:sp>
        <p:nvSpPr>
          <p:cNvPr id="190" name="Google Shape;190;p34"/>
          <p:cNvSpPr txBox="1"/>
          <p:nvPr>
            <p:ph idx="1" type="body"/>
          </p:nvPr>
        </p:nvSpPr>
        <p:spPr>
          <a:xfrm>
            <a:off x="415600" y="1536633"/>
            <a:ext cx="11360700" cy="4555200"/>
          </a:xfrm>
          <a:prstGeom prst="rect">
            <a:avLst/>
          </a:prstGeom>
        </p:spPr>
        <p:txBody>
          <a:bodyPr anchorCtr="0" anchor="t" bIns="121900" lIns="121900" spcFirstLastPara="1" rIns="121900" wrap="square" tIns="121900">
            <a:normAutofit/>
          </a:bodyPr>
          <a:lstStyle/>
          <a:p>
            <a:pPr indent="0" lvl="0" marL="0" rtl="0" algn="l">
              <a:spcBef>
                <a:spcPts val="0"/>
              </a:spcBef>
              <a:spcAft>
                <a:spcPts val="0"/>
              </a:spcAft>
              <a:buNone/>
            </a:pPr>
            <a:r>
              <a:rPr lang="en-IN">
                <a:solidFill>
                  <a:schemeClr val="dk1"/>
                </a:solidFill>
              </a:rPr>
              <a:t>Model - CNN with Attention Block</a:t>
            </a:r>
            <a:endParaRPr>
              <a:solidFill>
                <a:schemeClr val="dk1"/>
              </a:solidFill>
            </a:endParaRPr>
          </a:p>
          <a:p>
            <a:pPr indent="0" lvl="0" marL="0" rtl="0" algn="l">
              <a:spcBef>
                <a:spcPts val="1600"/>
              </a:spcBef>
              <a:spcAft>
                <a:spcPts val="0"/>
              </a:spcAft>
              <a:buNone/>
            </a:pPr>
            <a:r>
              <a:rPr lang="en-IN">
                <a:solidFill>
                  <a:schemeClr val="dk1"/>
                </a:solidFill>
              </a:rPr>
              <a:t>Train_Accuracy - 98%</a:t>
            </a:r>
            <a:endParaRPr>
              <a:solidFill>
                <a:schemeClr val="dk1"/>
              </a:solidFill>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en-IN">
                <a:solidFill>
                  <a:schemeClr val="dk1"/>
                </a:solidFill>
              </a:rPr>
              <a:t>Test Accuracy: 94%</a:t>
            </a:r>
            <a:endParaRPr>
              <a:solidFill>
                <a:schemeClr val="dk1"/>
              </a:solidFill>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pic>
        <p:nvPicPr>
          <p:cNvPr id="191" name="Google Shape;191;p34"/>
          <p:cNvPicPr preferRelativeResize="0"/>
          <p:nvPr/>
        </p:nvPicPr>
        <p:blipFill>
          <a:blip r:embed="rId3">
            <a:alphaModFix/>
          </a:blip>
          <a:stretch>
            <a:fillRect/>
          </a:stretch>
        </p:blipFill>
        <p:spPr>
          <a:xfrm>
            <a:off x="611363" y="2631850"/>
            <a:ext cx="8010525" cy="1171575"/>
          </a:xfrm>
          <a:prstGeom prst="rect">
            <a:avLst/>
          </a:prstGeom>
          <a:noFill/>
          <a:ln>
            <a:noFill/>
          </a:ln>
        </p:spPr>
      </p:pic>
      <p:pic>
        <p:nvPicPr>
          <p:cNvPr id="192" name="Google Shape;192;p34"/>
          <p:cNvPicPr preferRelativeResize="0"/>
          <p:nvPr/>
        </p:nvPicPr>
        <p:blipFill>
          <a:blip r:embed="rId4">
            <a:alphaModFix/>
          </a:blip>
          <a:stretch>
            <a:fillRect/>
          </a:stretch>
        </p:blipFill>
        <p:spPr>
          <a:xfrm>
            <a:off x="682488" y="4640075"/>
            <a:ext cx="9229725" cy="15811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5"/>
          <p:cNvSpPr txBox="1"/>
          <p:nvPr>
            <p:ph type="title"/>
          </p:nvPr>
        </p:nvSpPr>
        <p:spPr>
          <a:xfrm>
            <a:off x="415600" y="593367"/>
            <a:ext cx="11360700" cy="7635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IN"/>
              <a:t>Experimental Results</a:t>
            </a:r>
            <a:endParaRPr/>
          </a:p>
          <a:p>
            <a:pPr indent="0" lvl="0" marL="0" rtl="0" algn="l">
              <a:spcBef>
                <a:spcPts val="0"/>
              </a:spcBef>
              <a:spcAft>
                <a:spcPts val="0"/>
              </a:spcAft>
              <a:buNone/>
            </a:pPr>
            <a:r>
              <a:t/>
            </a:r>
            <a:endParaRPr/>
          </a:p>
        </p:txBody>
      </p:sp>
      <p:sp>
        <p:nvSpPr>
          <p:cNvPr id="198" name="Google Shape;198;p35"/>
          <p:cNvSpPr txBox="1"/>
          <p:nvPr>
            <p:ph idx="1" type="body"/>
          </p:nvPr>
        </p:nvSpPr>
        <p:spPr>
          <a:xfrm>
            <a:off x="415600" y="1536633"/>
            <a:ext cx="11360700" cy="4555200"/>
          </a:xfrm>
          <a:prstGeom prst="rect">
            <a:avLst/>
          </a:prstGeom>
        </p:spPr>
        <p:txBody>
          <a:bodyPr anchorCtr="0" anchor="t" bIns="121900" lIns="121900" spcFirstLastPara="1" rIns="121900" wrap="square" tIns="121900">
            <a:normAutofit/>
          </a:bodyPr>
          <a:lstStyle/>
          <a:p>
            <a:pPr indent="0" lvl="0" marL="0" rtl="0" algn="l">
              <a:spcBef>
                <a:spcPts val="0"/>
              </a:spcBef>
              <a:spcAft>
                <a:spcPts val="1600"/>
              </a:spcAft>
              <a:buNone/>
            </a:pPr>
            <a:r>
              <a:rPr lang="en-IN">
                <a:solidFill>
                  <a:schemeClr val="dk1"/>
                </a:solidFill>
              </a:rPr>
              <a:t>Confusion Matrix</a:t>
            </a:r>
            <a:endParaRPr>
              <a:solidFill>
                <a:schemeClr val="dk1"/>
              </a:solidFill>
            </a:endParaRPr>
          </a:p>
        </p:txBody>
      </p:sp>
      <p:pic>
        <p:nvPicPr>
          <p:cNvPr id="199" name="Google Shape;199;p35"/>
          <p:cNvPicPr preferRelativeResize="0"/>
          <p:nvPr/>
        </p:nvPicPr>
        <p:blipFill>
          <a:blip r:embed="rId3">
            <a:alphaModFix/>
          </a:blip>
          <a:stretch>
            <a:fillRect/>
          </a:stretch>
        </p:blipFill>
        <p:spPr>
          <a:xfrm>
            <a:off x="905425" y="2432913"/>
            <a:ext cx="4210050" cy="2943225"/>
          </a:xfrm>
          <a:prstGeom prst="rect">
            <a:avLst/>
          </a:prstGeom>
          <a:noFill/>
          <a:ln>
            <a:noFill/>
          </a:ln>
        </p:spPr>
      </p:pic>
      <p:sp>
        <p:nvSpPr>
          <p:cNvPr id="200" name="Google Shape;200;p35"/>
          <p:cNvSpPr txBox="1"/>
          <p:nvPr/>
        </p:nvSpPr>
        <p:spPr>
          <a:xfrm>
            <a:off x="6163750" y="2432925"/>
            <a:ext cx="5319900" cy="371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N" sz="2800">
                <a:solidFill>
                  <a:srgbClr val="ECECEC"/>
                </a:solidFill>
                <a:highlight>
                  <a:schemeClr val="lt1"/>
                </a:highlight>
                <a:latin typeface="Roboto"/>
                <a:ea typeface="Roboto"/>
                <a:cs typeface="Roboto"/>
                <a:sym typeface="Roboto"/>
              </a:rPr>
              <a:t>True positive (362)</a:t>
            </a:r>
            <a:endParaRPr sz="2800">
              <a:solidFill>
                <a:srgbClr val="ECECEC"/>
              </a:solidFill>
              <a:highlight>
                <a:schemeClr val="lt1"/>
              </a:highlight>
              <a:latin typeface="Roboto"/>
              <a:ea typeface="Roboto"/>
              <a:cs typeface="Roboto"/>
              <a:sym typeface="Roboto"/>
            </a:endParaRPr>
          </a:p>
          <a:p>
            <a:pPr indent="0" lvl="0" marL="0" rtl="0" algn="l">
              <a:spcBef>
                <a:spcPts val="0"/>
              </a:spcBef>
              <a:spcAft>
                <a:spcPts val="0"/>
              </a:spcAft>
              <a:buNone/>
            </a:pPr>
            <a:r>
              <a:rPr lang="en-IN" sz="2800">
                <a:solidFill>
                  <a:srgbClr val="ECECEC"/>
                </a:solidFill>
                <a:highlight>
                  <a:schemeClr val="lt1"/>
                </a:highlight>
                <a:latin typeface="Roboto"/>
                <a:ea typeface="Roboto"/>
                <a:cs typeface="Roboto"/>
                <a:sym typeface="Roboto"/>
              </a:rPr>
              <a:t>True negative (1008)</a:t>
            </a:r>
            <a:endParaRPr sz="2800">
              <a:solidFill>
                <a:srgbClr val="ECECEC"/>
              </a:solidFill>
              <a:highlight>
                <a:schemeClr val="lt1"/>
              </a:highlight>
              <a:latin typeface="Roboto"/>
              <a:ea typeface="Roboto"/>
              <a:cs typeface="Roboto"/>
              <a:sym typeface="Roboto"/>
            </a:endParaRPr>
          </a:p>
          <a:p>
            <a:pPr indent="0" lvl="0" marL="0" rtl="0" algn="l">
              <a:spcBef>
                <a:spcPts val="0"/>
              </a:spcBef>
              <a:spcAft>
                <a:spcPts val="0"/>
              </a:spcAft>
              <a:buNone/>
            </a:pPr>
            <a:r>
              <a:rPr lang="en-IN" sz="2800">
                <a:solidFill>
                  <a:srgbClr val="ECECEC"/>
                </a:solidFill>
                <a:highlight>
                  <a:schemeClr val="lt1"/>
                </a:highlight>
                <a:latin typeface="Roboto"/>
                <a:ea typeface="Roboto"/>
                <a:cs typeface="Roboto"/>
                <a:sym typeface="Roboto"/>
              </a:rPr>
              <a:t>False positive (48)</a:t>
            </a:r>
            <a:endParaRPr sz="2800">
              <a:solidFill>
                <a:srgbClr val="ECECEC"/>
              </a:solidFill>
              <a:highlight>
                <a:schemeClr val="lt1"/>
              </a:highlight>
              <a:latin typeface="Roboto"/>
              <a:ea typeface="Roboto"/>
              <a:cs typeface="Roboto"/>
              <a:sym typeface="Roboto"/>
            </a:endParaRPr>
          </a:p>
          <a:p>
            <a:pPr indent="0" lvl="0" marL="0" rtl="0" algn="l">
              <a:spcBef>
                <a:spcPts val="0"/>
              </a:spcBef>
              <a:spcAft>
                <a:spcPts val="0"/>
              </a:spcAft>
              <a:buNone/>
            </a:pPr>
            <a:r>
              <a:rPr lang="en-IN" sz="2800">
                <a:solidFill>
                  <a:srgbClr val="ECECEC"/>
                </a:solidFill>
                <a:highlight>
                  <a:schemeClr val="lt1"/>
                </a:highlight>
                <a:latin typeface="Roboto"/>
                <a:ea typeface="Roboto"/>
                <a:cs typeface="Roboto"/>
                <a:sym typeface="Roboto"/>
              </a:rPr>
              <a:t>False negative (46) </a:t>
            </a:r>
            <a:endParaRPr sz="4000">
              <a:solidFill>
                <a:schemeClr val="lt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6"/>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p>
            <a:pPr indent="0" lvl="0" marL="0" rtl="0" algn="l">
              <a:lnSpc>
                <a:spcPct val="160000"/>
              </a:lnSpc>
              <a:spcBef>
                <a:spcPts val="1400"/>
              </a:spcBef>
              <a:spcAft>
                <a:spcPts val="400"/>
              </a:spcAft>
              <a:buNone/>
            </a:pPr>
            <a:r>
              <a:rPr b="1" lang="en-IN" sz="3300">
                <a:solidFill>
                  <a:srgbClr val="ECECEC"/>
                </a:solidFill>
                <a:latin typeface="Roboto"/>
                <a:ea typeface="Roboto"/>
                <a:cs typeface="Roboto"/>
                <a:sym typeface="Roboto"/>
              </a:rPr>
              <a:t>Challenges and Limitations</a:t>
            </a:r>
            <a:endParaRPr sz="3300"/>
          </a:p>
        </p:txBody>
      </p:sp>
      <p:sp>
        <p:nvSpPr>
          <p:cNvPr id="206" name="Google Shape;206;p36"/>
          <p:cNvSpPr txBox="1"/>
          <p:nvPr>
            <p:ph idx="1" type="body"/>
          </p:nvPr>
        </p:nvSpPr>
        <p:spPr>
          <a:xfrm>
            <a:off x="415600" y="1536633"/>
            <a:ext cx="11360700" cy="4555200"/>
          </a:xfrm>
          <a:prstGeom prst="rect">
            <a:avLst/>
          </a:prstGeom>
        </p:spPr>
        <p:txBody>
          <a:bodyPr anchorCtr="0" anchor="t" bIns="121900" lIns="121900" spcFirstLastPara="1" rIns="121900" wrap="square" tIns="121900">
            <a:normAutofit lnSpcReduction="20000"/>
          </a:bodyPr>
          <a:lstStyle/>
          <a:p>
            <a:pPr indent="0" lvl="0" marL="457200" rtl="0" algn="l">
              <a:lnSpc>
                <a:spcPct val="100000"/>
              </a:lnSpc>
              <a:spcBef>
                <a:spcPts val="2100"/>
              </a:spcBef>
              <a:spcAft>
                <a:spcPts val="0"/>
              </a:spcAft>
              <a:buNone/>
            </a:pPr>
            <a:r>
              <a:t/>
            </a:r>
            <a:endParaRPr>
              <a:solidFill>
                <a:srgbClr val="ECECEC"/>
              </a:solidFill>
              <a:latin typeface="Roboto"/>
              <a:ea typeface="Roboto"/>
              <a:cs typeface="Roboto"/>
              <a:sym typeface="Roboto"/>
            </a:endParaRPr>
          </a:p>
          <a:p>
            <a:pPr indent="-381000" lvl="0" marL="457200" marR="0" rtl="0" algn="l">
              <a:lnSpc>
                <a:spcPct val="115000"/>
              </a:lnSpc>
              <a:spcBef>
                <a:spcPts val="3600"/>
              </a:spcBef>
              <a:spcAft>
                <a:spcPts val="0"/>
              </a:spcAft>
              <a:buClr>
                <a:srgbClr val="ECECEC"/>
              </a:buClr>
              <a:buSzPts val="2400"/>
              <a:buFont typeface="Roboto"/>
              <a:buChar char="●"/>
            </a:pPr>
            <a:r>
              <a:rPr lang="en-IN">
                <a:solidFill>
                  <a:srgbClr val="ECECEC"/>
                </a:solidFill>
                <a:latin typeface="Roboto"/>
                <a:ea typeface="Roboto"/>
                <a:cs typeface="Roboto"/>
                <a:sym typeface="Roboto"/>
              </a:rPr>
              <a:t>Challenges:</a:t>
            </a:r>
            <a:endParaRPr>
              <a:solidFill>
                <a:srgbClr val="ECECEC"/>
              </a:solidFill>
              <a:latin typeface="Roboto"/>
              <a:ea typeface="Roboto"/>
              <a:cs typeface="Roboto"/>
              <a:sym typeface="Roboto"/>
            </a:endParaRPr>
          </a:p>
          <a:p>
            <a:pPr indent="-374650" lvl="1" marL="914400" marR="0" rtl="0" algn="l">
              <a:lnSpc>
                <a:spcPct val="115000"/>
              </a:lnSpc>
              <a:spcBef>
                <a:spcPts val="0"/>
              </a:spcBef>
              <a:spcAft>
                <a:spcPts val="0"/>
              </a:spcAft>
              <a:buClr>
                <a:srgbClr val="ECECEC"/>
              </a:buClr>
              <a:buSzPts val="2300"/>
              <a:buFont typeface="Roboto"/>
              <a:buChar char="●"/>
            </a:pPr>
            <a:r>
              <a:rPr lang="en-IN" sz="2300">
                <a:solidFill>
                  <a:srgbClr val="ECECEC"/>
                </a:solidFill>
                <a:latin typeface="Roboto"/>
                <a:ea typeface="Roboto"/>
                <a:cs typeface="Roboto"/>
                <a:sym typeface="Roboto"/>
              </a:rPr>
              <a:t>Data quality issues (e.g., varying image quality).</a:t>
            </a:r>
            <a:endParaRPr sz="2300">
              <a:solidFill>
                <a:srgbClr val="ECECEC"/>
              </a:solidFill>
              <a:latin typeface="Roboto"/>
              <a:ea typeface="Roboto"/>
              <a:cs typeface="Roboto"/>
              <a:sym typeface="Roboto"/>
            </a:endParaRPr>
          </a:p>
          <a:p>
            <a:pPr indent="-374650" lvl="1" marL="914400" marR="0" rtl="0" algn="l">
              <a:lnSpc>
                <a:spcPct val="115000"/>
              </a:lnSpc>
              <a:spcBef>
                <a:spcPts val="0"/>
              </a:spcBef>
              <a:spcAft>
                <a:spcPts val="0"/>
              </a:spcAft>
              <a:buClr>
                <a:srgbClr val="ECECEC"/>
              </a:buClr>
              <a:buSzPts val="2300"/>
              <a:buFont typeface="Roboto"/>
              <a:buChar char="●"/>
            </a:pPr>
            <a:r>
              <a:rPr lang="en-IN" sz="2300">
                <a:solidFill>
                  <a:srgbClr val="ECECEC"/>
                </a:solidFill>
                <a:latin typeface="Roboto"/>
                <a:ea typeface="Roboto"/>
                <a:cs typeface="Roboto"/>
                <a:sym typeface="Roboto"/>
              </a:rPr>
              <a:t>Overfitting during the training phase.</a:t>
            </a:r>
            <a:endParaRPr sz="2300">
              <a:solidFill>
                <a:srgbClr val="ECECEC"/>
              </a:solidFill>
              <a:latin typeface="Roboto"/>
              <a:ea typeface="Roboto"/>
              <a:cs typeface="Roboto"/>
              <a:sym typeface="Roboto"/>
            </a:endParaRPr>
          </a:p>
          <a:p>
            <a:pPr indent="0" lvl="0" marL="457200" marR="0" rtl="0" algn="l">
              <a:lnSpc>
                <a:spcPct val="115000"/>
              </a:lnSpc>
              <a:spcBef>
                <a:spcPts val="2100"/>
              </a:spcBef>
              <a:spcAft>
                <a:spcPts val="0"/>
              </a:spcAft>
              <a:buNone/>
            </a:pPr>
            <a:r>
              <a:t/>
            </a:r>
            <a:endParaRPr sz="2300">
              <a:solidFill>
                <a:srgbClr val="ECECEC"/>
              </a:solidFill>
              <a:latin typeface="Roboto"/>
              <a:ea typeface="Roboto"/>
              <a:cs typeface="Roboto"/>
              <a:sym typeface="Roboto"/>
            </a:endParaRPr>
          </a:p>
          <a:p>
            <a:pPr indent="-381000" lvl="0" marL="457200" marR="0" rtl="0" algn="l">
              <a:lnSpc>
                <a:spcPct val="115000"/>
              </a:lnSpc>
              <a:spcBef>
                <a:spcPts val="2100"/>
              </a:spcBef>
              <a:spcAft>
                <a:spcPts val="0"/>
              </a:spcAft>
              <a:buClr>
                <a:srgbClr val="ECECEC"/>
              </a:buClr>
              <a:buSzPts val="2400"/>
              <a:buFont typeface="Roboto"/>
              <a:buChar char="●"/>
            </a:pPr>
            <a:r>
              <a:rPr lang="en-IN">
                <a:solidFill>
                  <a:srgbClr val="ECECEC"/>
                </a:solidFill>
                <a:latin typeface="Roboto"/>
                <a:ea typeface="Roboto"/>
                <a:cs typeface="Roboto"/>
                <a:sym typeface="Roboto"/>
              </a:rPr>
              <a:t>Limitations:</a:t>
            </a:r>
            <a:endParaRPr>
              <a:solidFill>
                <a:srgbClr val="ECECEC"/>
              </a:solidFill>
              <a:latin typeface="Roboto"/>
              <a:ea typeface="Roboto"/>
              <a:cs typeface="Roboto"/>
              <a:sym typeface="Roboto"/>
            </a:endParaRPr>
          </a:p>
          <a:p>
            <a:pPr indent="-374650" lvl="1" marL="914400" marR="0" rtl="0" algn="l">
              <a:lnSpc>
                <a:spcPct val="115000"/>
              </a:lnSpc>
              <a:spcBef>
                <a:spcPts val="0"/>
              </a:spcBef>
              <a:spcAft>
                <a:spcPts val="0"/>
              </a:spcAft>
              <a:buClr>
                <a:srgbClr val="ECECEC"/>
              </a:buClr>
              <a:buSzPts val="2300"/>
              <a:buFont typeface="Roboto"/>
              <a:buChar char="●"/>
            </a:pPr>
            <a:r>
              <a:rPr lang="en-IN" sz="2300">
                <a:solidFill>
                  <a:srgbClr val="ECECEC"/>
                </a:solidFill>
                <a:latin typeface="Roboto"/>
                <a:ea typeface="Roboto"/>
                <a:cs typeface="Roboto"/>
                <a:sym typeface="Roboto"/>
              </a:rPr>
              <a:t>Occurrence of false negatives.</a:t>
            </a:r>
            <a:endParaRPr sz="2300">
              <a:solidFill>
                <a:srgbClr val="ECECEC"/>
              </a:solidFill>
              <a:latin typeface="Roboto"/>
              <a:ea typeface="Roboto"/>
              <a:cs typeface="Roboto"/>
              <a:sym typeface="Roboto"/>
            </a:endParaRPr>
          </a:p>
          <a:p>
            <a:pPr indent="-374650" lvl="1" marL="914400" marR="0" rtl="0" algn="l">
              <a:lnSpc>
                <a:spcPct val="115000"/>
              </a:lnSpc>
              <a:spcBef>
                <a:spcPts val="0"/>
              </a:spcBef>
              <a:spcAft>
                <a:spcPts val="0"/>
              </a:spcAft>
              <a:buClr>
                <a:srgbClr val="ECECEC"/>
              </a:buClr>
              <a:buSzPts val="2300"/>
              <a:buFont typeface="Roboto"/>
              <a:buChar char="●"/>
            </a:pPr>
            <a:r>
              <a:rPr lang="en-IN" sz="2300">
                <a:solidFill>
                  <a:srgbClr val="ECECEC"/>
                </a:solidFill>
                <a:latin typeface="Roboto"/>
                <a:ea typeface="Roboto"/>
                <a:cs typeface="Roboto"/>
                <a:sym typeface="Roboto"/>
              </a:rPr>
              <a:t>Need for more real-world validation and diverse datasets.</a:t>
            </a:r>
            <a:endParaRPr sz="2300">
              <a:solidFill>
                <a:srgbClr val="ECECEC"/>
              </a:solidFill>
              <a:latin typeface="Roboto"/>
              <a:ea typeface="Roboto"/>
              <a:cs typeface="Roboto"/>
              <a:sym typeface="Roboto"/>
            </a:endParaRPr>
          </a:p>
          <a:p>
            <a:pPr indent="0" lvl="0" marL="0" rtl="0" algn="l">
              <a:spcBef>
                <a:spcPts val="2100"/>
              </a:spcBef>
              <a:spcAft>
                <a:spcPts val="3600"/>
              </a:spcAft>
              <a:buNone/>
            </a:pPr>
            <a:r>
              <a:t/>
            </a:r>
            <a:endParaRPr>
              <a:solidFill>
                <a:srgbClr val="ECECEC"/>
              </a:solidFill>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7"/>
          <p:cNvSpPr txBox="1"/>
          <p:nvPr>
            <p:ph type="title"/>
          </p:nvPr>
        </p:nvSpPr>
        <p:spPr>
          <a:xfrm>
            <a:off x="415600" y="593367"/>
            <a:ext cx="11360700" cy="7635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IN"/>
              <a:t>Conclusion</a:t>
            </a:r>
            <a:endParaRPr/>
          </a:p>
        </p:txBody>
      </p:sp>
      <p:sp>
        <p:nvSpPr>
          <p:cNvPr id="212" name="Google Shape;212;p37"/>
          <p:cNvSpPr txBox="1"/>
          <p:nvPr>
            <p:ph idx="1" type="body"/>
          </p:nvPr>
        </p:nvSpPr>
        <p:spPr>
          <a:xfrm>
            <a:off x="415600" y="1536633"/>
            <a:ext cx="11360700" cy="4555200"/>
          </a:xfrm>
          <a:prstGeom prst="rect">
            <a:avLst/>
          </a:prstGeom>
        </p:spPr>
        <p:txBody>
          <a:bodyPr anchorCtr="0" anchor="t" bIns="121900" lIns="121900" spcFirstLastPara="1" rIns="121900" wrap="square" tIns="121900">
            <a:normAutofit/>
          </a:bodyPr>
          <a:lstStyle/>
          <a:p>
            <a:pPr indent="0" lvl="0" marL="0" marR="0" rtl="0" algn="l">
              <a:lnSpc>
                <a:spcPct val="95000"/>
              </a:lnSpc>
              <a:spcBef>
                <a:spcPts val="0"/>
              </a:spcBef>
              <a:spcAft>
                <a:spcPts val="0"/>
              </a:spcAft>
              <a:buNone/>
            </a:pPr>
            <a:r>
              <a:rPr b="1" lang="en-IN">
                <a:solidFill>
                  <a:schemeClr val="dk1"/>
                </a:solidFill>
              </a:rPr>
              <a:t>Achievements:</a:t>
            </a:r>
            <a:endParaRPr b="1">
              <a:solidFill>
                <a:schemeClr val="dk1"/>
              </a:solidFill>
            </a:endParaRPr>
          </a:p>
          <a:p>
            <a:pPr indent="-355600" lvl="0" marL="457200" marR="0" rtl="0" algn="l">
              <a:lnSpc>
                <a:spcPct val="95000"/>
              </a:lnSpc>
              <a:spcBef>
                <a:spcPts val="0"/>
              </a:spcBef>
              <a:spcAft>
                <a:spcPts val="0"/>
              </a:spcAft>
              <a:buClr>
                <a:schemeClr val="dk1"/>
              </a:buClr>
              <a:buSzPts val="2000"/>
              <a:buChar char="●"/>
            </a:pPr>
            <a:r>
              <a:rPr lang="en-IN" sz="2000">
                <a:solidFill>
                  <a:schemeClr val="dk1"/>
                </a:solidFill>
              </a:rPr>
              <a:t>Improved diagnostic accuracy for pneumonia detection.</a:t>
            </a:r>
            <a:endParaRPr sz="2000">
              <a:solidFill>
                <a:schemeClr val="dk1"/>
              </a:solidFill>
            </a:endParaRPr>
          </a:p>
          <a:p>
            <a:pPr indent="-355600" lvl="0" marL="457200" marR="0" rtl="0" algn="l">
              <a:lnSpc>
                <a:spcPct val="95000"/>
              </a:lnSpc>
              <a:spcBef>
                <a:spcPts val="0"/>
              </a:spcBef>
              <a:spcAft>
                <a:spcPts val="0"/>
              </a:spcAft>
              <a:buClr>
                <a:schemeClr val="dk1"/>
              </a:buClr>
              <a:buSzPts val="2000"/>
              <a:buChar char="●"/>
            </a:pPr>
            <a:r>
              <a:rPr lang="en-IN" sz="2000">
                <a:solidFill>
                  <a:schemeClr val="dk1"/>
                </a:solidFill>
              </a:rPr>
              <a:t>Developed a transparent and interpretable AI model.</a:t>
            </a:r>
            <a:endParaRPr sz="2000">
              <a:solidFill>
                <a:schemeClr val="dk1"/>
              </a:solidFill>
            </a:endParaRPr>
          </a:p>
          <a:p>
            <a:pPr indent="0" lvl="0" marL="0" marR="0" rtl="0" algn="l">
              <a:lnSpc>
                <a:spcPct val="95000"/>
              </a:lnSpc>
              <a:spcBef>
                <a:spcPts val="0"/>
              </a:spcBef>
              <a:spcAft>
                <a:spcPts val="0"/>
              </a:spcAft>
              <a:buNone/>
            </a:pPr>
            <a:r>
              <a:t/>
            </a:r>
            <a:endParaRPr b="1" sz="2000">
              <a:solidFill>
                <a:schemeClr val="dk1"/>
              </a:solidFill>
            </a:endParaRPr>
          </a:p>
          <a:p>
            <a:pPr indent="0" lvl="0" marL="0" marR="0" rtl="0" algn="l">
              <a:lnSpc>
                <a:spcPct val="95000"/>
              </a:lnSpc>
              <a:spcBef>
                <a:spcPts val="0"/>
              </a:spcBef>
              <a:spcAft>
                <a:spcPts val="0"/>
              </a:spcAft>
              <a:buNone/>
            </a:pPr>
            <a:r>
              <a:t/>
            </a:r>
            <a:endParaRPr b="1" sz="2000">
              <a:solidFill>
                <a:schemeClr val="dk1"/>
              </a:solidFill>
            </a:endParaRPr>
          </a:p>
          <a:p>
            <a:pPr indent="0" lvl="0" marL="0" marR="0" rtl="0" algn="l">
              <a:lnSpc>
                <a:spcPct val="95000"/>
              </a:lnSpc>
              <a:spcBef>
                <a:spcPts val="0"/>
              </a:spcBef>
              <a:spcAft>
                <a:spcPts val="0"/>
              </a:spcAft>
              <a:buNone/>
            </a:pPr>
            <a:r>
              <a:rPr b="1" lang="en-IN">
                <a:solidFill>
                  <a:schemeClr val="dk1"/>
                </a:solidFill>
              </a:rPr>
              <a:t>Impact:</a:t>
            </a:r>
            <a:endParaRPr b="1">
              <a:solidFill>
                <a:schemeClr val="dk1"/>
              </a:solidFill>
            </a:endParaRPr>
          </a:p>
          <a:p>
            <a:pPr indent="-355600" lvl="0" marL="457200" marR="0" rtl="0" algn="l">
              <a:lnSpc>
                <a:spcPct val="95000"/>
              </a:lnSpc>
              <a:spcBef>
                <a:spcPts val="0"/>
              </a:spcBef>
              <a:spcAft>
                <a:spcPts val="0"/>
              </a:spcAft>
              <a:buClr>
                <a:schemeClr val="dk1"/>
              </a:buClr>
              <a:buSzPts val="2000"/>
              <a:buChar char="●"/>
            </a:pPr>
            <a:r>
              <a:rPr lang="en-IN" sz="2000">
                <a:solidFill>
                  <a:schemeClr val="dk1"/>
                </a:solidFill>
              </a:rPr>
              <a:t>Potential benefits in clinical settings.</a:t>
            </a:r>
            <a:endParaRPr sz="2000">
              <a:solidFill>
                <a:schemeClr val="dk1"/>
              </a:solidFill>
            </a:endParaRPr>
          </a:p>
          <a:p>
            <a:pPr indent="-355600" lvl="0" marL="457200" marR="0" rtl="0" algn="l">
              <a:lnSpc>
                <a:spcPct val="95000"/>
              </a:lnSpc>
              <a:spcBef>
                <a:spcPts val="0"/>
              </a:spcBef>
              <a:spcAft>
                <a:spcPts val="0"/>
              </a:spcAft>
              <a:buClr>
                <a:schemeClr val="dk1"/>
              </a:buClr>
              <a:buSzPts val="2000"/>
              <a:buChar char="●"/>
            </a:pPr>
            <a:r>
              <a:rPr lang="en-IN" sz="2000">
                <a:solidFill>
                  <a:schemeClr val="dk1"/>
                </a:solidFill>
              </a:rPr>
              <a:t>Supports radiologists in making informed decisions.</a:t>
            </a:r>
            <a:endParaRPr sz="4800">
              <a:solidFill>
                <a:srgbClr val="ECECEC"/>
              </a:solidFill>
              <a:highlight>
                <a:schemeClr val="lt1"/>
              </a:highlight>
              <a:latin typeface="Roboto"/>
              <a:ea typeface="Roboto"/>
              <a:cs typeface="Roboto"/>
              <a:sym typeface="Roboto"/>
            </a:endParaRPr>
          </a:p>
          <a:p>
            <a:pPr indent="0" lvl="0" marL="0" rtl="0" algn="l">
              <a:spcBef>
                <a:spcPts val="0"/>
              </a:spcBef>
              <a:spcAft>
                <a:spcPts val="160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8"/>
          <p:cNvSpPr txBox="1"/>
          <p:nvPr>
            <p:ph idx="1" type="body"/>
          </p:nvPr>
        </p:nvSpPr>
        <p:spPr>
          <a:xfrm>
            <a:off x="375150" y="2905946"/>
            <a:ext cx="11441700" cy="1046100"/>
          </a:xfrm>
          <a:prstGeom prst="rect">
            <a:avLst/>
          </a:prstGeom>
        </p:spPr>
        <p:txBody>
          <a:bodyPr anchorCtr="0" anchor="t" bIns="121900" lIns="121900" spcFirstLastPara="1" rIns="121900" wrap="square" tIns="121900">
            <a:noAutofit/>
          </a:bodyPr>
          <a:lstStyle/>
          <a:p>
            <a:pPr indent="0" lvl="0" marL="0" rtl="0" algn="ctr">
              <a:spcBef>
                <a:spcPts val="0"/>
              </a:spcBef>
              <a:spcAft>
                <a:spcPts val="1600"/>
              </a:spcAft>
              <a:buNone/>
            </a:pPr>
            <a:r>
              <a:rPr lang="en-IN" sz="5000">
                <a:solidFill>
                  <a:srgbClr val="00FF00"/>
                </a:solidFill>
              </a:rPr>
              <a:t>Thank You !!!</a:t>
            </a:r>
            <a:endParaRPr sz="5000">
              <a:solidFill>
                <a:srgbClr val="00FF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